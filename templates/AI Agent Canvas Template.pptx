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1" r:id="rId3"/>
    <p:sldId id="262" r:id="rId4"/>
    <p:sldId id="258" r:id="rId5"/>
    <p:sldId id="2147483642" r:id="rId6"/>
    <p:sldId id="2147483643" r:id="rId7"/>
  </p:sldIdLst>
  <p:sldSz cx="9144000" cy="5143500" type="screen16x9"/>
  <p:notesSz cx="6858000" cy="9144000"/>
  <p:embeddedFontLst>
    <p:embeddedFont>
      <p:font typeface="SUKHUMVITSET-SEMIBOLD" panose="02000506000000020004" pitchFamily="2" charset="-34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765A3-EF79-CE45-9822-86229FBF578C}" v="17" dt="2026-07-17T10:13:57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58"/>
  </p:normalViewPr>
  <p:slideViewPr>
    <p:cSldViewPr snapToGrid="0">
      <p:cViewPr varScale="1">
        <p:scale>
          <a:sx n="160" d="100"/>
          <a:sy n="160" d="100"/>
        </p:scale>
        <p:origin x="84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rasej Jiraphatchandej" userId="87bc5a43-48ce-4685-8e04-a71c869f30f3" providerId="ADAL" clId="{972CF88B-71F5-5320-AEAD-A7F07CF6C488}"/>
    <pc:docChg chg="undo custSel addSld delSld modSld">
      <pc:chgData name="Teerasej Jiraphatchandej" userId="87bc5a43-48ce-4685-8e04-a71c869f30f3" providerId="ADAL" clId="{972CF88B-71F5-5320-AEAD-A7F07CF6C488}" dt="2026-07-17T10:13:57.097" v="396"/>
      <pc:docMkLst>
        <pc:docMk/>
      </pc:docMkLst>
      <pc:sldChg chg="addSp delSp modSp mod">
        <pc:chgData name="Teerasej Jiraphatchandej" userId="87bc5a43-48ce-4685-8e04-a71c869f30f3" providerId="ADAL" clId="{972CF88B-71F5-5320-AEAD-A7F07CF6C488}" dt="2026-07-06T13:12:54.936" v="359" actId="2711"/>
        <pc:sldMkLst>
          <pc:docMk/>
          <pc:sldMk cId="0" sldId="256"/>
        </pc:sldMkLst>
        <pc:spChg chg="add mod">
          <ac:chgData name="Teerasej Jiraphatchandej" userId="87bc5a43-48ce-4685-8e04-a71c869f30f3" providerId="ADAL" clId="{972CF88B-71F5-5320-AEAD-A7F07CF6C488}" dt="2026-07-06T12:58:55.130" v="335" actId="20577"/>
          <ac:spMkLst>
            <pc:docMk/>
            <pc:sldMk cId="0" sldId="256"/>
            <ac:spMk id="7" creationId="{24F286DA-6531-7DF9-4F6D-84A756CD282E}"/>
          </ac:spMkLst>
        </pc:spChg>
        <pc:spChg chg="add mod">
          <ac:chgData name="Teerasej Jiraphatchandej" userId="87bc5a43-48ce-4685-8e04-a71c869f30f3" providerId="ADAL" clId="{972CF88B-71F5-5320-AEAD-A7F07CF6C488}" dt="2026-07-06T12:58:41.663" v="319"/>
          <ac:spMkLst>
            <pc:docMk/>
            <pc:sldMk cId="0" sldId="256"/>
            <ac:spMk id="8" creationId="{B2BFB8C9-688C-5BCA-07C8-0BAD30634CBE}"/>
          </ac:spMkLst>
        </pc:spChg>
        <pc:spChg chg="mod">
          <ac:chgData name="Teerasej Jiraphatchandej" userId="87bc5a43-48ce-4685-8e04-a71c869f30f3" providerId="ADAL" clId="{972CF88B-71F5-5320-AEAD-A7F07CF6C488}" dt="2026-07-06T12:59:08.654" v="338" actId="20577"/>
          <ac:spMkLst>
            <pc:docMk/>
            <pc:sldMk cId="0" sldId="256"/>
            <ac:spMk id="10" creationId="{EDF77A85-022A-E007-5102-30319F064D3A}"/>
          </ac:spMkLst>
        </pc:spChg>
        <pc:spChg chg="mod">
          <ac:chgData name="Teerasej Jiraphatchandej" userId="87bc5a43-48ce-4685-8e04-a71c869f30f3" providerId="ADAL" clId="{972CF88B-71F5-5320-AEAD-A7F07CF6C488}" dt="2026-07-06T12:58:41.663" v="319"/>
          <ac:spMkLst>
            <pc:docMk/>
            <pc:sldMk cId="0" sldId="256"/>
            <ac:spMk id="11" creationId="{CF4B3C28-FC4F-5C20-34E5-689EEBF89731}"/>
          </ac:spMkLst>
        </pc:spChg>
        <pc:spChg chg="mod">
          <ac:chgData name="Teerasej Jiraphatchandej" userId="87bc5a43-48ce-4685-8e04-a71c869f30f3" providerId="ADAL" clId="{972CF88B-71F5-5320-AEAD-A7F07CF6C488}" dt="2026-07-06T12:58:41.663" v="319"/>
          <ac:spMkLst>
            <pc:docMk/>
            <pc:sldMk cId="0" sldId="256"/>
            <ac:spMk id="12" creationId="{8E7D445F-9B22-804B-C6E1-767A4E6A28B2}"/>
          </ac:spMkLst>
        </pc:spChg>
        <pc:spChg chg="mod">
          <ac:chgData name="Teerasej Jiraphatchandej" userId="87bc5a43-48ce-4685-8e04-a71c869f30f3" providerId="ADAL" clId="{972CF88B-71F5-5320-AEAD-A7F07CF6C488}" dt="2026-07-06T12:58:41.663" v="319"/>
          <ac:spMkLst>
            <pc:docMk/>
            <pc:sldMk cId="0" sldId="256"/>
            <ac:spMk id="13" creationId="{81594492-48C5-C850-43F0-CDF6A3A07953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55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58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59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61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63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65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67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69" creationId="{00000000-0000-0000-0000-000000000000}"/>
          </ac:spMkLst>
        </pc:spChg>
        <pc:spChg chg="mod">
          <ac:chgData name="Teerasej Jiraphatchandej" userId="87bc5a43-48ce-4685-8e04-a71c869f30f3" providerId="ADAL" clId="{972CF88B-71F5-5320-AEAD-A7F07CF6C488}" dt="2026-07-06T13:12:54.936" v="359" actId="2711"/>
          <ac:spMkLst>
            <pc:docMk/>
            <pc:sldMk cId="0" sldId="256"/>
            <ac:spMk id="71" creationId="{00000000-0000-0000-0000-000000000000}"/>
          </ac:spMkLst>
        </pc:spChg>
        <pc:grpChg chg="add mod">
          <ac:chgData name="Teerasej Jiraphatchandej" userId="87bc5a43-48ce-4685-8e04-a71c869f30f3" providerId="ADAL" clId="{972CF88B-71F5-5320-AEAD-A7F07CF6C488}" dt="2026-07-06T12:59:11.701" v="339" actId="1076"/>
          <ac:grpSpMkLst>
            <pc:docMk/>
            <pc:sldMk cId="0" sldId="256"/>
            <ac:grpSpMk id="9" creationId="{6D0DAE33-6AC0-25D7-E71C-87B8BF729FE8}"/>
          </ac:grpSpMkLst>
        </pc:grpChg>
      </pc:sldChg>
      <pc:sldChg chg="addSp delSp modSp add del mod setBg modShow">
        <pc:chgData name="Teerasej Jiraphatchandej" userId="87bc5a43-48ce-4685-8e04-a71c869f30f3" providerId="ADAL" clId="{972CF88B-71F5-5320-AEAD-A7F07CF6C488}" dt="2026-07-17T10:13:40.762" v="394" actId="2696"/>
        <pc:sldMkLst>
          <pc:docMk/>
          <pc:sldMk cId="0" sldId="257"/>
        </pc:sldMkLst>
        <pc:spChg chg="add mod">
          <ac:chgData name="Teerasej Jiraphatchandej" userId="87bc5a43-48ce-4685-8e04-a71c869f30f3" providerId="ADAL" clId="{972CF88B-71F5-5320-AEAD-A7F07CF6C488}" dt="2026-07-17T10:12:11.941" v="365"/>
          <ac:spMkLst>
            <pc:docMk/>
            <pc:sldMk cId="0" sldId="257"/>
            <ac:spMk id="2" creationId="{079DAC1F-A51C-1D97-17A5-F64FD027F68B}"/>
          </ac:spMkLst>
        </pc:spChg>
        <pc:spChg chg="del">
          <ac:chgData name="Teerasej Jiraphatchandej" userId="87bc5a43-48ce-4685-8e04-a71c869f30f3" providerId="ADAL" clId="{972CF88B-71F5-5320-AEAD-A7F07CF6C488}" dt="2026-07-17T10:12:10.972" v="364" actId="478"/>
          <ac:spMkLst>
            <pc:docMk/>
            <pc:sldMk cId="0" sldId="257"/>
            <ac:spMk id="3" creationId="{2CF3E09A-0F07-5C25-CFFD-12B1BF94065D}"/>
          </ac:spMkLst>
        </pc:spChg>
        <pc:spChg chg="add mod">
          <ac:chgData name="Teerasej Jiraphatchandej" userId="87bc5a43-48ce-4685-8e04-a71c869f30f3" providerId="ADAL" clId="{972CF88B-71F5-5320-AEAD-A7F07CF6C488}" dt="2026-07-17T10:12:11.941" v="365"/>
          <ac:spMkLst>
            <pc:docMk/>
            <pc:sldMk cId="0" sldId="257"/>
            <ac:spMk id="4" creationId="{7E813946-7E8B-ED0D-6F41-9D4D99714B7B}"/>
          </ac:spMkLst>
        </pc:spChg>
        <pc:spChg chg="del">
          <ac:chgData name="Teerasej Jiraphatchandej" userId="87bc5a43-48ce-4685-8e04-a71c869f30f3" providerId="ADAL" clId="{972CF88B-71F5-5320-AEAD-A7F07CF6C488}" dt="2026-07-17T10:12:10.972" v="364" actId="478"/>
          <ac:spMkLst>
            <pc:docMk/>
            <pc:sldMk cId="0" sldId="257"/>
            <ac:spMk id="5" creationId="{D38EB876-19AE-AFA9-4F01-CC393DB81499}"/>
          </ac:spMkLst>
        </pc:spChg>
        <pc:spChg chg="del">
          <ac:chgData name="Teerasej Jiraphatchandej" userId="87bc5a43-48ce-4685-8e04-a71c869f30f3" providerId="ADAL" clId="{972CF88B-71F5-5320-AEAD-A7F07CF6C488}" dt="2026-07-17T10:12:10.972" v="364" actId="478"/>
          <ac:spMkLst>
            <pc:docMk/>
            <pc:sldMk cId="0" sldId="257"/>
            <ac:spMk id="7" creationId="{39686DCE-A400-15A5-A372-8C82BCF32C46}"/>
          </ac:spMkLst>
        </pc:spChg>
        <pc:spChg chg="mod">
          <ac:chgData name="Teerasej Jiraphatchandej" userId="87bc5a43-48ce-4685-8e04-a71c869f30f3" providerId="ADAL" clId="{972CF88B-71F5-5320-AEAD-A7F07CF6C488}" dt="2026-07-17T10:12:11.941" v="365"/>
          <ac:spMkLst>
            <pc:docMk/>
            <pc:sldMk cId="0" sldId="257"/>
            <ac:spMk id="8" creationId="{5E0BB9BD-95F9-75D7-56E3-C3B6339B1561}"/>
          </ac:spMkLst>
        </pc:spChg>
        <pc:spChg chg="del">
          <ac:chgData name="Teerasej Jiraphatchandej" userId="87bc5a43-48ce-4685-8e04-a71c869f30f3" providerId="ADAL" clId="{972CF88B-71F5-5320-AEAD-A7F07CF6C488}" dt="2026-07-17T10:12:10.972" v="364" actId="478"/>
          <ac:spMkLst>
            <pc:docMk/>
            <pc:sldMk cId="0" sldId="257"/>
            <ac:spMk id="9" creationId="{B653C16B-13FA-1714-9B7C-FC898D789E61}"/>
          </ac:spMkLst>
        </pc:spChg>
        <pc:spChg chg="mod">
          <ac:chgData name="Teerasej Jiraphatchandej" userId="87bc5a43-48ce-4685-8e04-a71c869f30f3" providerId="ADAL" clId="{972CF88B-71F5-5320-AEAD-A7F07CF6C488}" dt="2026-07-17T10:12:11.941" v="365"/>
          <ac:spMkLst>
            <pc:docMk/>
            <pc:sldMk cId="0" sldId="257"/>
            <ac:spMk id="10" creationId="{74BAADB1-CAB0-3880-88A4-9772687A0451}"/>
          </ac:spMkLst>
        </pc:spChg>
        <pc:spChg chg="mod">
          <ac:chgData name="Teerasej Jiraphatchandej" userId="87bc5a43-48ce-4685-8e04-a71c869f30f3" providerId="ADAL" clId="{972CF88B-71F5-5320-AEAD-A7F07CF6C488}" dt="2026-07-17T10:12:11.941" v="365"/>
          <ac:spMkLst>
            <pc:docMk/>
            <pc:sldMk cId="0" sldId="257"/>
            <ac:spMk id="11" creationId="{3971F809-00E8-F5E3-7001-3608A69CF840}"/>
          </ac:spMkLst>
        </pc:spChg>
        <pc:spChg chg="mod">
          <ac:chgData name="Teerasej Jiraphatchandej" userId="87bc5a43-48ce-4685-8e04-a71c869f30f3" providerId="ADAL" clId="{972CF88B-71F5-5320-AEAD-A7F07CF6C488}" dt="2026-07-17T10:12:11.941" v="365"/>
          <ac:spMkLst>
            <pc:docMk/>
            <pc:sldMk cId="0" sldId="257"/>
            <ac:spMk id="12" creationId="{5A5500A5-94DD-A9AC-5C05-2D30C834135D}"/>
          </ac:spMkLst>
        </pc:spChg>
        <pc:spChg chg="del">
          <ac:chgData name="Teerasej Jiraphatchandej" userId="87bc5a43-48ce-4685-8e04-a71c869f30f3" providerId="ADAL" clId="{972CF88B-71F5-5320-AEAD-A7F07CF6C488}" dt="2026-07-17T10:12:10.972" v="364" actId="478"/>
          <ac:spMkLst>
            <pc:docMk/>
            <pc:sldMk cId="0" sldId="257"/>
            <ac:spMk id="72" creationId="{00000000-0000-0000-0000-000000000000}"/>
          </ac:spMkLst>
        </pc:spChg>
        <pc:spChg chg="del">
          <ac:chgData name="Teerasej Jiraphatchandej" userId="87bc5a43-48ce-4685-8e04-a71c869f30f3" providerId="ADAL" clId="{972CF88B-71F5-5320-AEAD-A7F07CF6C488}" dt="2026-07-17T10:12:10.972" v="364" actId="478"/>
          <ac:spMkLst>
            <pc:docMk/>
            <pc:sldMk cId="0" sldId="257"/>
            <ac:spMk id="84" creationId="{00000000-0000-0000-0000-000000000000}"/>
          </ac:spMkLst>
        </pc:spChg>
        <pc:spChg chg="del">
          <ac:chgData name="Teerasej Jiraphatchandej" userId="87bc5a43-48ce-4685-8e04-a71c869f30f3" providerId="ADAL" clId="{972CF88B-71F5-5320-AEAD-A7F07CF6C488}" dt="2026-07-17T10:12:00.087" v="363" actId="478"/>
          <ac:spMkLst>
            <pc:docMk/>
            <pc:sldMk cId="0" sldId="257"/>
            <ac:spMk id="90" creationId="{00000000-0000-0000-0000-000000000000}"/>
          </ac:spMkLst>
        </pc:spChg>
        <pc:grpChg chg="add mod">
          <ac:chgData name="Teerasej Jiraphatchandej" userId="87bc5a43-48ce-4685-8e04-a71c869f30f3" providerId="ADAL" clId="{972CF88B-71F5-5320-AEAD-A7F07CF6C488}" dt="2026-07-17T10:12:11.941" v="365"/>
          <ac:grpSpMkLst>
            <pc:docMk/>
            <pc:sldMk cId="0" sldId="257"/>
            <ac:grpSpMk id="6" creationId="{D8C084DA-BF6C-19D2-F1D7-F98FC29E0A53}"/>
          </ac:grpSpMkLst>
        </pc:grpChg>
        <pc:picChg chg="del">
          <ac:chgData name="Teerasej Jiraphatchandej" userId="87bc5a43-48ce-4685-8e04-a71c869f30f3" providerId="ADAL" clId="{972CF88B-71F5-5320-AEAD-A7F07CF6C488}" dt="2026-07-17T10:12:00.087" v="363" actId="478"/>
          <ac:picMkLst>
            <pc:docMk/>
            <pc:sldMk cId="0" sldId="257"/>
            <ac:picMk id="82" creationId="{00000000-0000-0000-0000-000000000000}"/>
          </ac:picMkLst>
        </pc:picChg>
        <pc:picChg chg="del">
          <ac:chgData name="Teerasej Jiraphatchandej" userId="87bc5a43-48ce-4685-8e04-a71c869f30f3" providerId="ADAL" clId="{972CF88B-71F5-5320-AEAD-A7F07CF6C488}" dt="2026-07-17T10:12:00.087" v="363" actId="478"/>
          <ac:picMkLst>
            <pc:docMk/>
            <pc:sldMk cId="0" sldId="257"/>
            <ac:picMk id="83" creationId="{00000000-0000-0000-0000-000000000000}"/>
          </ac:picMkLst>
        </pc:picChg>
      </pc:sldChg>
      <pc:sldChg chg="addSp delSp modSp mod">
        <pc:chgData name="Teerasej Jiraphatchandej" userId="87bc5a43-48ce-4685-8e04-a71c869f30f3" providerId="ADAL" clId="{972CF88B-71F5-5320-AEAD-A7F07CF6C488}" dt="2026-07-17T10:11:38.941" v="361"/>
        <pc:sldMkLst>
          <pc:docMk/>
          <pc:sldMk cId="696516721" sldId="258"/>
        </pc:sldMkLst>
        <pc:spChg chg="add mod">
          <ac:chgData name="Teerasej Jiraphatchandej" userId="87bc5a43-48ce-4685-8e04-a71c869f30f3" providerId="ADAL" clId="{972CF88B-71F5-5320-AEAD-A7F07CF6C488}" dt="2026-07-06T12:58:50.979" v="328" actId="20577"/>
          <ac:spMkLst>
            <pc:docMk/>
            <pc:sldMk cId="696516721" sldId="258"/>
            <ac:spMk id="2" creationId="{5785EA22-EA75-1164-879C-72D06883E4B9}"/>
          </ac:spMkLst>
        </pc:spChg>
        <pc:spChg chg="add mod">
          <ac:chgData name="Teerasej Jiraphatchandej" userId="87bc5a43-48ce-4685-8e04-a71c869f30f3" providerId="ADAL" clId="{972CF88B-71F5-5320-AEAD-A7F07CF6C488}" dt="2026-07-06T12:58:46.915" v="321"/>
          <ac:spMkLst>
            <pc:docMk/>
            <pc:sldMk cId="696516721" sldId="258"/>
            <ac:spMk id="3" creationId="{5EBCFBEE-48EC-89C2-5BDE-454BEBB5F73B}"/>
          </ac:spMkLst>
        </pc:spChg>
        <pc:spChg chg="add mod">
          <ac:chgData name="Teerasej Jiraphatchandej" userId="87bc5a43-48ce-4685-8e04-a71c869f30f3" providerId="ADAL" clId="{972CF88B-71F5-5320-AEAD-A7F07CF6C488}" dt="2026-07-17T10:11:35.058" v="360"/>
          <ac:spMkLst>
            <pc:docMk/>
            <pc:sldMk cId="696516721" sldId="258"/>
            <ac:spMk id="4" creationId="{0085D33C-886F-04BB-E818-6EF03B10E266}"/>
          </ac:spMkLst>
        </pc:spChg>
        <pc:spChg chg="add mod">
          <ac:chgData name="Teerasej Jiraphatchandej" userId="87bc5a43-48ce-4685-8e04-a71c869f30f3" providerId="ADAL" clId="{972CF88B-71F5-5320-AEAD-A7F07CF6C488}" dt="2026-07-17T10:11:35.058" v="360"/>
          <ac:spMkLst>
            <pc:docMk/>
            <pc:sldMk cId="696516721" sldId="258"/>
            <ac:spMk id="5" creationId="{9D9CDD25-D593-0A97-5AF0-C7CA7D53B30F}"/>
          </ac:spMkLst>
        </pc:spChg>
        <pc:spChg chg="mod">
          <ac:chgData name="Teerasej Jiraphatchandej" userId="87bc5a43-48ce-4685-8e04-a71c869f30f3" providerId="ADAL" clId="{972CF88B-71F5-5320-AEAD-A7F07CF6C488}" dt="2026-07-17T10:11:35.058" v="360"/>
          <ac:spMkLst>
            <pc:docMk/>
            <pc:sldMk cId="696516721" sldId="258"/>
            <ac:spMk id="7" creationId="{1B2F55B2-C01A-D659-2E67-DD2098189F67}"/>
          </ac:spMkLst>
        </pc:spChg>
        <pc:spChg chg="mod">
          <ac:chgData name="Teerasej Jiraphatchandej" userId="87bc5a43-48ce-4685-8e04-a71c869f30f3" providerId="ADAL" clId="{972CF88B-71F5-5320-AEAD-A7F07CF6C488}" dt="2026-07-17T10:11:35.058" v="360"/>
          <ac:spMkLst>
            <pc:docMk/>
            <pc:sldMk cId="696516721" sldId="258"/>
            <ac:spMk id="8" creationId="{58C6DC7C-DC0D-3CC8-EE51-97630E32596A}"/>
          </ac:spMkLst>
        </pc:spChg>
        <pc:spChg chg="mod">
          <ac:chgData name="Teerasej Jiraphatchandej" userId="87bc5a43-48ce-4685-8e04-a71c869f30f3" providerId="ADAL" clId="{972CF88B-71F5-5320-AEAD-A7F07CF6C488}" dt="2026-07-17T10:11:35.058" v="360"/>
          <ac:spMkLst>
            <pc:docMk/>
            <pc:sldMk cId="696516721" sldId="258"/>
            <ac:spMk id="9" creationId="{A73B17DB-C072-EF59-F11B-8E9314311C33}"/>
          </ac:spMkLst>
        </pc:spChg>
        <pc:spChg chg="mod">
          <ac:chgData name="Teerasej Jiraphatchandej" userId="87bc5a43-48ce-4685-8e04-a71c869f30f3" providerId="ADAL" clId="{972CF88B-71F5-5320-AEAD-A7F07CF6C488}" dt="2026-07-17T10:11:35.058" v="360"/>
          <ac:spMkLst>
            <pc:docMk/>
            <pc:sldMk cId="696516721" sldId="258"/>
            <ac:spMk id="10" creationId="{951D9F07-E488-E06F-C9F6-DE11A0D7C0C2}"/>
          </ac:spMkLst>
        </pc:spChg>
        <pc:spChg chg="add mod">
          <ac:chgData name="Teerasej Jiraphatchandej" userId="87bc5a43-48ce-4685-8e04-a71c869f30f3" providerId="ADAL" clId="{972CF88B-71F5-5320-AEAD-A7F07CF6C488}" dt="2026-07-17T10:11:38.941" v="361"/>
          <ac:spMkLst>
            <pc:docMk/>
            <pc:sldMk cId="696516721" sldId="258"/>
            <ac:spMk id="11" creationId="{17017AED-A409-9643-3740-64CF7412F591}"/>
          </ac:spMkLst>
        </pc:spChg>
        <pc:spChg chg="add mod">
          <ac:chgData name="Teerasej Jiraphatchandej" userId="87bc5a43-48ce-4685-8e04-a71c869f30f3" providerId="ADAL" clId="{972CF88B-71F5-5320-AEAD-A7F07CF6C488}" dt="2026-07-17T10:11:38.941" v="361"/>
          <ac:spMkLst>
            <pc:docMk/>
            <pc:sldMk cId="696516721" sldId="258"/>
            <ac:spMk id="12" creationId="{624E675E-F698-2FAA-ADBB-C34E5DA312B5}"/>
          </ac:spMkLst>
        </pc:spChg>
        <pc:spChg chg="mod">
          <ac:chgData name="Teerasej Jiraphatchandej" userId="87bc5a43-48ce-4685-8e04-a71c869f30f3" providerId="ADAL" clId="{972CF88B-71F5-5320-AEAD-A7F07CF6C488}" dt="2026-07-06T12:59:16.426" v="341"/>
          <ac:spMkLst>
            <pc:docMk/>
            <pc:sldMk cId="696516721" sldId="258"/>
            <ac:spMk id="14" creationId="{24816ABE-DC3C-2F4F-7201-3B9701511810}"/>
          </ac:spMkLst>
        </pc:spChg>
        <pc:spChg chg="mod">
          <ac:chgData name="Teerasej Jiraphatchandej" userId="87bc5a43-48ce-4685-8e04-a71c869f30f3" providerId="ADAL" clId="{972CF88B-71F5-5320-AEAD-A7F07CF6C488}" dt="2026-07-06T12:59:16.426" v="341"/>
          <ac:spMkLst>
            <pc:docMk/>
            <pc:sldMk cId="696516721" sldId="258"/>
            <ac:spMk id="15" creationId="{4480637E-8066-50A7-D6D8-40E2A6E376B6}"/>
          </ac:spMkLst>
        </pc:spChg>
        <pc:spChg chg="mod">
          <ac:chgData name="Teerasej Jiraphatchandej" userId="87bc5a43-48ce-4685-8e04-a71c869f30f3" providerId="ADAL" clId="{972CF88B-71F5-5320-AEAD-A7F07CF6C488}" dt="2026-07-06T12:59:16.426" v="341"/>
          <ac:spMkLst>
            <pc:docMk/>
            <pc:sldMk cId="696516721" sldId="258"/>
            <ac:spMk id="16" creationId="{48CEAF28-58B4-9DD8-89D5-57802A11BC23}"/>
          </ac:spMkLst>
        </pc:spChg>
        <pc:spChg chg="mod">
          <ac:chgData name="Teerasej Jiraphatchandej" userId="87bc5a43-48ce-4685-8e04-a71c869f30f3" providerId="ADAL" clId="{972CF88B-71F5-5320-AEAD-A7F07CF6C488}" dt="2026-07-06T12:59:16.426" v="341"/>
          <ac:spMkLst>
            <pc:docMk/>
            <pc:sldMk cId="696516721" sldId="258"/>
            <ac:spMk id="17" creationId="{043F2A74-8636-9B7B-410E-9FCA3EA87BEE}"/>
          </ac:spMkLst>
        </pc:spChg>
        <pc:spChg chg="mod">
          <ac:chgData name="Teerasej Jiraphatchandej" userId="87bc5a43-48ce-4685-8e04-a71c869f30f3" providerId="ADAL" clId="{972CF88B-71F5-5320-AEAD-A7F07CF6C488}" dt="2026-07-17T10:11:38.941" v="361"/>
          <ac:spMkLst>
            <pc:docMk/>
            <pc:sldMk cId="696516721" sldId="258"/>
            <ac:spMk id="19" creationId="{1DE8ACD6-1F51-8A35-405C-66EE3F45F47A}"/>
          </ac:spMkLst>
        </pc:spChg>
        <pc:spChg chg="mod">
          <ac:chgData name="Teerasej Jiraphatchandej" userId="87bc5a43-48ce-4685-8e04-a71c869f30f3" providerId="ADAL" clId="{972CF88B-71F5-5320-AEAD-A7F07CF6C488}" dt="2026-07-17T10:11:38.941" v="361"/>
          <ac:spMkLst>
            <pc:docMk/>
            <pc:sldMk cId="696516721" sldId="258"/>
            <ac:spMk id="20" creationId="{4EFC9C97-54BB-FD8F-CB21-3E4447099F36}"/>
          </ac:spMkLst>
        </pc:spChg>
        <pc:spChg chg="mod">
          <ac:chgData name="Teerasej Jiraphatchandej" userId="87bc5a43-48ce-4685-8e04-a71c869f30f3" providerId="ADAL" clId="{972CF88B-71F5-5320-AEAD-A7F07CF6C488}" dt="2026-07-17T10:11:38.941" v="361"/>
          <ac:spMkLst>
            <pc:docMk/>
            <pc:sldMk cId="696516721" sldId="258"/>
            <ac:spMk id="21" creationId="{C00B162E-01D4-E02B-B3FD-4E3687345132}"/>
          </ac:spMkLst>
        </pc:spChg>
        <pc:spChg chg="mod">
          <ac:chgData name="Teerasej Jiraphatchandej" userId="87bc5a43-48ce-4685-8e04-a71c869f30f3" providerId="ADAL" clId="{972CF88B-71F5-5320-AEAD-A7F07CF6C488}" dt="2026-07-17T10:11:38.941" v="361"/>
          <ac:spMkLst>
            <pc:docMk/>
            <pc:sldMk cId="696516721" sldId="258"/>
            <ac:spMk id="22" creationId="{61DF3555-40F7-EC05-AEA8-94F522067E86}"/>
          </ac:spMkLst>
        </pc:spChg>
        <pc:spChg chg="mod">
          <ac:chgData name="Teerasej Jiraphatchandej" userId="87bc5a43-48ce-4685-8e04-a71c869f30f3" providerId="ADAL" clId="{972CF88B-71F5-5320-AEAD-A7F07CF6C488}" dt="2026-07-06T13:12:41.011" v="358" actId="2711"/>
          <ac:spMkLst>
            <pc:docMk/>
            <pc:sldMk cId="696516721" sldId="258"/>
            <ac:spMk id="55" creationId="{227029F1-D51E-E36D-7562-70A18D0C691A}"/>
          </ac:spMkLst>
        </pc:spChg>
        <pc:grpChg chg="add mod">
          <ac:chgData name="Teerasej Jiraphatchandej" userId="87bc5a43-48ce-4685-8e04-a71c869f30f3" providerId="ADAL" clId="{972CF88B-71F5-5320-AEAD-A7F07CF6C488}" dt="2026-07-17T10:11:35.058" v="360"/>
          <ac:grpSpMkLst>
            <pc:docMk/>
            <pc:sldMk cId="696516721" sldId="258"/>
            <ac:grpSpMk id="6" creationId="{D881CF27-6661-3CCF-B0F0-330FDC9BB182}"/>
          </ac:grpSpMkLst>
        </pc:grpChg>
        <pc:grpChg chg="add mod">
          <ac:chgData name="Teerasej Jiraphatchandej" userId="87bc5a43-48ce-4685-8e04-a71c869f30f3" providerId="ADAL" clId="{972CF88B-71F5-5320-AEAD-A7F07CF6C488}" dt="2026-07-06T12:59:16.426" v="341"/>
          <ac:grpSpMkLst>
            <pc:docMk/>
            <pc:sldMk cId="696516721" sldId="258"/>
            <ac:grpSpMk id="13" creationId="{8FABAD11-5ECB-8B51-19DD-4C0E60D1F7FE}"/>
          </ac:grpSpMkLst>
        </pc:grpChg>
        <pc:grpChg chg="add mod">
          <ac:chgData name="Teerasej Jiraphatchandej" userId="87bc5a43-48ce-4685-8e04-a71c869f30f3" providerId="ADAL" clId="{972CF88B-71F5-5320-AEAD-A7F07CF6C488}" dt="2026-07-17T10:11:38.941" v="361"/>
          <ac:grpSpMkLst>
            <pc:docMk/>
            <pc:sldMk cId="696516721" sldId="258"/>
            <ac:grpSpMk id="18" creationId="{5492F328-622E-9939-3869-DDAF29C457CA}"/>
          </ac:grpSpMkLst>
        </pc:grpChg>
      </pc:sldChg>
      <pc:sldChg chg="addSp delSp modSp add del mod setBg modShow">
        <pc:chgData name="Teerasej Jiraphatchandej" userId="87bc5a43-48ce-4685-8e04-a71c869f30f3" providerId="ADAL" clId="{972CF88B-71F5-5320-AEAD-A7F07CF6C488}" dt="2026-07-17T10:13:40.768" v="395" actId="2696"/>
        <pc:sldMkLst>
          <pc:docMk/>
          <pc:sldMk cId="3723173210" sldId="260"/>
        </pc:sldMkLst>
        <pc:spChg chg="add mod">
          <ac:chgData name="Teerasej Jiraphatchandej" userId="87bc5a43-48ce-4685-8e04-a71c869f30f3" providerId="ADAL" clId="{972CF88B-71F5-5320-AEAD-A7F07CF6C488}" dt="2026-07-17T10:12:16.249" v="367"/>
          <ac:spMkLst>
            <pc:docMk/>
            <pc:sldMk cId="3723173210" sldId="260"/>
            <ac:spMk id="2" creationId="{147D61B1-8F78-E1C8-4EFB-FA17E957C6C7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3" creationId="{C7FE9A99-B887-753D-1788-8403FA51EAB7}"/>
          </ac:spMkLst>
        </pc:spChg>
        <pc:spChg chg="add mod">
          <ac:chgData name="Teerasej Jiraphatchandej" userId="87bc5a43-48ce-4685-8e04-a71c869f30f3" providerId="ADAL" clId="{972CF88B-71F5-5320-AEAD-A7F07CF6C488}" dt="2026-07-17T10:12:16.249" v="367"/>
          <ac:spMkLst>
            <pc:docMk/>
            <pc:sldMk cId="3723173210" sldId="260"/>
            <ac:spMk id="4" creationId="{FF5A43CA-1799-79D2-5A29-1284471641CC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5" creationId="{B86DD101-8C20-427C-50F5-7A98ED12711E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7" creationId="{39BA663C-02AE-61A5-27AD-701C93D6E739}"/>
          </ac:spMkLst>
        </pc:spChg>
        <pc:spChg chg="mod">
          <ac:chgData name="Teerasej Jiraphatchandej" userId="87bc5a43-48ce-4685-8e04-a71c869f30f3" providerId="ADAL" clId="{972CF88B-71F5-5320-AEAD-A7F07CF6C488}" dt="2026-07-17T10:12:16.249" v="367"/>
          <ac:spMkLst>
            <pc:docMk/>
            <pc:sldMk cId="3723173210" sldId="260"/>
            <ac:spMk id="8" creationId="{7548BEB9-814F-8841-78EB-06E1DEFFE61F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9" creationId="{19144A73-0CA2-869E-1342-C0015B5D8816}"/>
          </ac:spMkLst>
        </pc:spChg>
        <pc:spChg chg="mod">
          <ac:chgData name="Teerasej Jiraphatchandej" userId="87bc5a43-48ce-4685-8e04-a71c869f30f3" providerId="ADAL" clId="{972CF88B-71F5-5320-AEAD-A7F07CF6C488}" dt="2026-07-17T10:12:16.249" v="367"/>
          <ac:spMkLst>
            <pc:docMk/>
            <pc:sldMk cId="3723173210" sldId="260"/>
            <ac:spMk id="10" creationId="{04391995-4213-9472-E72B-60F691DAB5A1}"/>
          </ac:spMkLst>
        </pc:spChg>
        <pc:spChg chg="mod">
          <ac:chgData name="Teerasej Jiraphatchandej" userId="87bc5a43-48ce-4685-8e04-a71c869f30f3" providerId="ADAL" clId="{972CF88B-71F5-5320-AEAD-A7F07CF6C488}" dt="2026-07-17T10:12:16.249" v="367"/>
          <ac:spMkLst>
            <pc:docMk/>
            <pc:sldMk cId="3723173210" sldId="260"/>
            <ac:spMk id="11" creationId="{E944B5E5-EDDE-6775-94AC-B9A2E81692D4}"/>
          </ac:spMkLst>
        </pc:spChg>
        <pc:spChg chg="mod">
          <ac:chgData name="Teerasej Jiraphatchandej" userId="87bc5a43-48ce-4685-8e04-a71c869f30f3" providerId="ADAL" clId="{972CF88B-71F5-5320-AEAD-A7F07CF6C488}" dt="2026-07-17T10:12:16.249" v="367"/>
          <ac:spMkLst>
            <pc:docMk/>
            <pc:sldMk cId="3723173210" sldId="260"/>
            <ac:spMk id="12" creationId="{998BF159-8295-BB1C-F788-B52C4E132398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72" creationId="{9B7FC47A-E020-14C1-BB89-0CA4F0994089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84" creationId="{9C9A1E51-E464-B532-69A5-FF97EC16F3AB}"/>
          </ac:spMkLst>
        </pc:spChg>
        <pc:spChg chg="del">
          <ac:chgData name="Teerasej Jiraphatchandej" userId="87bc5a43-48ce-4685-8e04-a71c869f30f3" providerId="ADAL" clId="{972CF88B-71F5-5320-AEAD-A7F07CF6C488}" dt="2026-07-17T10:12:15.505" v="366" actId="478"/>
          <ac:spMkLst>
            <pc:docMk/>
            <pc:sldMk cId="3723173210" sldId="260"/>
            <ac:spMk id="90" creationId="{E00A6D44-230E-2F73-8034-A91B89668A95}"/>
          </ac:spMkLst>
        </pc:spChg>
        <pc:grpChg chg="add mod">
          <ac:chgData name="Teerasej Jiraphatchandej" userId="87bc5a43-48ce-4685-8e04-a71c869f30f3" providerId="ADAL" clId="{972CF88B-71F5-5320-AEAD-A7F07CF6C488}" dt="2026-07-17T10:12:16.249" v="367"/>
          <ac:grpSpMkLst>
            <pc:docMk/>
            <pc:sldMk cId="3723173210" sldId="260"/>
            <ac:grpSpMk id="6" creationId="{FFAE507B-556D-B0A5-6BAE-B2581F56E4F8}"/>
          </ac:grpSpMkLst>
        </pc:grpChg>
        <pc:picChg chg="del">
          <ac:chgData name="Teerasej Jiraphatchandej" userId="87bc5a43-48ce-4685-8e04-a71c869f30f3" providerId="ADAL" clId="{972CF88B-71F5-5320-AEAD-A7F07CF6C488}" dt="2026-07-17T10:12:15.505" v="366" actId="478"/>
          <ac:picMkLst>
            <pc:docMk/>
            <pc:sldMk cId="3723173210" sldId="260"/>
            <ac:picMk id="82" creationId="{1C243FAD-F0BA-7AC8-9F68-1FD524B59568}"/>
          </ac:picMkLst>
        </pc:picChg>
        <pc:picChg chg="del">
          <ac:chgData name="Teerasej Jiraphatchandej" userId="87bc5a43-48ce-4685-8e04-a71c869f30f3" providerId="ADAL" clId="{972CF88B-71F5-5320-AEAD-A7F07CF6C488}" dt="2026-07-17T10:12:15.505" v="366" actId="478"/>
          <ac:picMkLst>
            <pc:docMk/>
            <pc:sldMk cId="3723173210" sldId="260"/>
            <ac:picMk id="83" creationId="{984CD329-704A-4B1F-DDF6-51B2BBFCCD3A}"/>
          </ac:picMkLst>
        </pc:picChg>
      </pc:sldChg>
      <pc:sldChg chg="addSp modSp add mod">
        <pc:chgData name="Teerasej Jiraphatchandej" userId="87bc5a43-48ce-4685-8e04-a71c869f30f3" providerId="ADAL" clId="{972CF88B-71F5-5320-AEAD-A7F07CF6C488}" dt="2026-07-17T10:13:27.819" v="392" actId="1076"/>
        <pc:sldMkLst>
          <pc:docMk/>
          <pc:sldMk cId="1576161458" sldId="261"/>
        </pc:sldMkLst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2" creationId="{C117C306-29DB-902A-68C4-E65C83427864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3" creationId="{3F2F2E32-7B9B-9BA8-3170-1CE8AB288D23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4" creationId="{953FED16-CE29-6F7D-670E-E285082E87FB}"/>
          </ac:spMkLst>
        </pc:spChg>
        <pc:spChg chg="add mod">
          <ac:chgData name="Teerasej Jiraphatchandej" userId="87bc5a43-48ce-4685-8e04-a71c869f30f3" providerId="ADAL" clId="{972CF88B-71F5-5320-AEAD-A7F07CF6C488}" dt="2026-07-17T10:13:27.819" v="392" actId="1076"/>
          <ac:spMkLst>
            <pc:docMk/>
            <pc:sldMk cId="1576161458" sldId="261"/>
            <ac:spMk id="5" creationId="{D63D117B-4A6C-FBE7-9EF1-6FD415FB803E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6" creationId="{5803CA96-E175-ACF5-191F-9002FC47E04B}"/>
          </ac:spMkLst>
        </pc:spChg>
        <pc:spChg chg="mod">
          <ac:chgData name="Teerasej Jiraphatchandej" userId="87bc5a43-48ce-4685-8e04-a71c869f30f3" providerId="ADAL" clId="{972CF88B-71F5-5320-AEAD-A7F07CF6C488}" dt="2026-07-17T10:12:51.505" v="386" actId="20577"/>
          <ac:spMkLst>
            <pc:docMk/>
            <pc:sldMk cId="1576161458" sldId="261"/>
            <ac:spMk id="8" creationId="{BC44967B-9E0F-FCBA-E09A-E80781CCF946}"/>
          </ac:spMkLst>
        </pc:spChg>
        <pc:spChg chg="mod">
          <ac:chgData name="Teerasej Jiraphatchandej" userId="87bc5a43-48ce-4685-8e04-a71c869f30f3" providerId="ADAL" clId="{972CF88B-71F5-5320-AEAD-A7F07CF6C488}" dt="2026-07-17T10:12:58.800" v="387" actId="113"/>
          <ac:spMkLst>
            <pc:docMk/>
            <pc:sldMk cId="1576161458" sldId="261"/>
            <ac:spMk id="10" creationId="{49493AB7-D45E-1DFE-D47A-451CC835E038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14" creationId="{B157948C-75C9-9D0B-0A9C-6A4D4C044824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15" creationId="{8B1F8C37-154A-B580-B789-7F53E9AFF53D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16" creationId="{B2D963F5-3779-52F1-2AED-0B78B3AA5F09}"/>
          </ac:spMkLst>
        </pc:spChg>
        <pc:spChg chg="add mod">
          <ac:chgData name="Teerasej Jiraphatchandej" userId="87bc5a43-48ce-4685-8e04-a71c869f30f3" providerId="ADAL" clId="{972CF88B-71F5-5320-AEAD-A7F07CF6C488}" dt="2026-07-17T10:12:41.631" v="370" actId="1076"/>
          <ac:spMkLst>
            <pc:docMk/>
            <pc:sldMk cId="1576161458" sldId="261"/>
            <ac:spMk id="17" creationId="{F3A1C51A-E433-CDB0-0497-1980584D0FFF}"/>
          </ac:spMkLst>
        </pc:spChg>
      </pc:sldChg>
      <pc:sldChg chg="addSp delSp modSp add mod">
        <pc:chgData name="Teerasej Jiraphatchandej" userId="87bc5a43-48ce-4685-8e04-a71c869f30f3" providerId="ADAL" clId="{972CF88B-71F5-5320-AEAD-A7F07CF6C488}" dt="2026-07-17T10:13:36.068" v="393"/>
        <pc:sldMkLst>
          <pc:docMk/>
          <pc:sldMk cId="3679477712" sldId="262"/>
        </pc:sldMkLst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2" creationId="{6C8202A3-8FE5-15D2-9F4C-3BE4169CB900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3" creationId="{6F127500-21DB-EA35-59BF-ED52DDCD4864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4" creationId="{EBD7E7D0-1C38-680D-A099-676F450F63A1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5" creationId="{FFD2069F-9D0A-F171-0B80-7E466AB9C05A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6" creationId="{D7C42D1C-D5B4-6539-4F75-414E407062E9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14" creationId="{ED3FA17A-B4A8-92A5-205E-9763A71C4452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15" creationId="{8099EDE9-7556-2961-2381-0874EA42DC6A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16" creationId="{110D4D46-B6BB-8CBD-0314-7048B107B184}"/>
          </ac:spMkLst>
        </pc:spChg>
        <pc:spChg chg="del">
          <ac:chgData name="Teerasej Jiraphatchandej" userId="87bc5a43-48ce-4685-8e04-a71c869f30f3" providerId="ADAL" clId="{972CF88B-71F5-5320-AEAD-A7F07CF6C488}" dt="2026-07-17T10:13:18.853" v="389" actId="478"/>
          <ac:spMkLst>
            <pc:docMk/>
            <pc:sldMk cId="3679477712" sldId="262"/>
            <ac:spMk id="17" creationId="{3913C477-7D15-03C4-F5F8-6FEA516E8AB7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18" creationId="{2373076A-34AA-2105-3EE3-45DCA64E509F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19" creationId="{75810DAE-151D-D54A-5455-2840BF6CAAE0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0" creationId="{54E06083-AA2F-38C4-D59C-4E5262A8E9FF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1" creationId="{EB2B108E-B3C4-F918-71D6-0CCC427D056B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2" creationId="{EE63E043-C328-F2EC-9746-26317172CA80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3" creationId="{1445D97A-1796-53D6-D375-CE7372FF2986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4" creationId="{4076DAE3-AD7D-2068-72F2-F776E74BC024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5" creationId="{C791C5CD-4009-A146-6E47-4F7BE29F644D}"/>
          </ac:spMkLst>
        </pc:spChg>
        <pc:spChg chg="add mod">
          <ac:chgData name="Teerasej Jiraphatchandej" userId="87bc5a43-48ce-4685-8e04-a71c869f30f3" providerId="ADAL" clId="{972CF88B-71F5-5320-AEAD-A7F07CF6C488}" dt="2026-07-17T10:13:24.259" v="391" actId="1076"/>
          <ac:spMkLst>
            <pc:docMk/>
            <pc:sldMk cId="3679477712" sldId="262"/>
            <ac:spMk id="26" creationId="{B9D4DF7F-EE35-3451-98CB-5B7ACF64761E}"/>
          </ac:spMkLst>
        </pc:spChg>
        <pc:spChg chg="add mod">
          <ac:chgData name="Teerasej Jiraphatchandej" userId="87bc5a43-48ce-4685-8e04-a71c869f30f3" providerId="ADAL" clId="{972CF88B-71F5-5320-AEAD-A7F07CF6C488}" dt="2026-07-17T10:13:36.068" v="393"/>
          <ac:spMkLst>
            <pc:docMk/>
            <pc:sldMk cId="3679477712" sldId="262"/>
            <ac:spMk id="27" creationId="{37B7D6A1-4253-13A0-6F91-A0B19BC1068D}"/>
          </ac:spMkLst>
        </pc:spChg>
        <pc:spChg chg="add mod">
          <ac:chgData name="Teerasej Jiraphatchandej" userId="87bc5a43-48ce-4685-8e04-a71c869f30f3" providerId="ADAL" clId="{972CF88B-71F5-5320-AEAD-A7F07CF6C488}" dt="2026-07-17T10:13:36.068" v="393"/>
          <ac:spMkLst>
            <pc:docMk/>
            <pc:sldMk cId="3679477712" sldId="262"/>
            <ac:spMk id="28" creationId="{1D16D80A-8369-9D4B-744C-509E8AE996FE}"/>
          </ac:spMkLst>
        </pc:spChg>
        <pc:spChg chg="mod">
          <ac:chgData name="Teerasej Jiraphatchandej" userId="87bc5a43-48ce-4685-8e04-a71c869f30f3" providerId="ADAL" clId="{972CF88B-71F5-5320-AEAD-A7F07CF6C488}" dt="2026-07-17T10:13:36.068" v="393"/>
          <ac:spMkLst>
            <pc:docMk/>
            <pc:sldMk cId="3679477712" sldId="262"/>
            <ac:spMk id="30" creationId="{CD132BF7-56F5-8343-B48B-68A0DAF1A489}"/>
          </ac:spMkLst>
        </pc:spChg>
        <pc:spChg chg="mod">
          <ac:chgData name="Teerasej Jiraphatchandej" userId="87bc5a43-48ce-4685-8e04-a71c869f30f3" providerId="ADAL" clId="{972CF88B-71F5-5320-AEAD-A7F07CF6C488}" dt="2026-07-17T10:13:36.068" v="393"/>
          <ac:spMkLst>
            <pc:docMk/>
            <pc:sldMk cId="3679477712" sldId="262"/>
            <ac:spMk id="31" creationId="{4BAF2EC4-2CD5-217F-01FF-3920F4EE1F70}"/>
          </ac:spMkLst>
        </pc:spChg>
        <pc:spChg chg="mod">
          <ac:chgData name="Teerasej Jiraphatchandej" userId="87bc5a43-48ce-4685-8e04-a71c869f30f3" providerId="ADAL" clId="{972CF88B-71F5-5320-AEAD-A7F07CF6C488}" dt="2026-07-17T10:13:36.068" v="393"/>
          <ac:spMkLst>
            <pc:docMk/>
            <pc:sldMk cId="3679477712" sldId="262"/>
            <ac:spMk id="32" creationId="{988F9262-9399-1C95-2156-364A8613ED8A}"/>
          </ac:spMkLst>
        </pc:spChg>
        <pc:spChg chg="mod">
          <ac:chgData name="Teerasej Jiraphatchandej" userId="87bc5a43-48ce-4685-8e04-a71c869f30f3" providerId="ADAL" clId="{972CF88B-71F5-5320-AEAD-A7F07CF6C488}" dt="2026-07-17T10:13:36.068" v="393"/>
          <ac:spMkLst>
            <pc:docMk/>
            <pc:sldMk cId="3679477712" sldId="262"/>
            <ac:spMk id="33" creationId="{FF49181E-D673-9B1D-5AA4-6C455945D0BD}"/>
          </ac:spMkLst>
        </pc:spChg>
        <pc:grpChg chg="add mod">
          <ac:chgData name="Teerasej Jiraphatchandej" userId="87bc5a43-48ce-4685-8e04-a71c869f30f3" providerId="ADAL" clId="{972CF88B-71F5-5320-AEAD-A7F07CF6C488}" dt="2026-07-17T10:13:36.068" v="393"/>
          <ac:grpSpMkLst>
            <pc:docMk/>
            <pc:sldMk cId="3679477712" sldId="262"/>
            <ac:grpSpMk id="29" creationId="{293FCCC0-8211-ECB0-65D4-F3D83862B648}"/>
          </ac:grpSpMkLst>
        </pc:grpChg>
      </pc:sldChg>
      <pc:sldChg chg="add">
        <pc:chgData name="Teerasej Jiraphatchandej" userId="87bc5a43-48ce-4685-8e04-a71c869f30f3" providerId="ADAL" clId="{972CF88B-71F5-5320-AEAD-A7F07CF6C488}" dt="2026-07-17T10:13:57.097" v="396"/>
        <pc:sldMkLst>
          <pc:docMk/>
          <pc:sldMk cId="2166214950" sldId="2147483642"/>
        </pc:sldMkLst>
      </pc:sldChg>
      <pc:sldChg chg="add">
        <pc:chgData name="Teerasej Jiraphatchandej" userId="87bc5a43-48ce-4685-8e04-a71c869f30f3" providerId="ADAL" clId="{972CF88B-71F5-5320-AEAD-A7F07CF6C488}" dt="2026-07-17T10:13:57.097" v="396"/>
        <pc:sldMkLst>
          <pc:docMk/>
          <pc:sldMk cId="1777581228" sldId="21474836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E0B70CC-9C9E-FE44-8D84-5969AE25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>
            <a:extLst>
              <a:ext uri="{FF2B5EF4-FFF2-40B4-BE49-F238E27FC236}">
                <a16:creationId xmlns:a16="http://schemas.microsoft.com/office/drawing/2014/main" id="{A4403848-4BC5-08B0-D67B-10F0A487B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>
            <a:extLst>
              <a:ext uri="{FF2B5EF4-FFF2-40B4-BE49-F238E27FC236}">
                <a16:creationId xmlns:a16="http://schemas.microsoft.com/office/drawing/2014/main" id="{975E87A5-D49D-37D3-6865-A1C7A5C294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2325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18379F9-867F-1E7D-07A2-5601F4D6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>
            <a:extLst>
              <a:ext uri="{FF2B5EF4-FFF2-40B4-BE49-F238E27FC236}">
                <a16:creationId xmlns:a16="http://schemas.microsoft.com/office/drawing/2014/main" id="{E2E63642-AB8B-096B-4CD3-2199AC22A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>
            <a:extLst>
              <a:ext uri="{FF2B5EF4-FFF2-40B4-BE49-F238E27FC236}">
                <a16:creationId xmlns:a16="http://schemas.microsoft.com/office/drawing/2014/main" id="{75D7766A-4296-DD4A-820B-A366D97A5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0172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820D3CC-57EF-3A73-ADF1-1B7F0A73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e169b7f27_0_132:notes">
            <a:extLst>
              <a:ext uri="{FF2B5EF4-FFF2-40B4-BE49-F238E27FC236}">
                <a16:creationId xmlns:a16="http://schemas.microsoft.com/office/drawing/2014/main" id="{AC58353D-8A56-D5E0-836E-45D3F5AA3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de169b7f27_0_132:notes">
            <a:extLst>
              <a:ext uri="{FF2B5EF4-FFF2-40B4-BE49-F238E27FC236}">
                <a16:creationId xmlns:a16="http://schemas.microsoft.com/office/drawing/2014/main" id="{227E0F3B-F909-FE30-1D47-7CD8B22B5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98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38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37600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5" name="Google Shape;55;p13"/>
          <p:cNvSpPr txBox="1"/>
          <p:nvPr/>
        </p:nvSpPr>
        <p:spPr>
          <a:xfrm>
            <a:off x="548019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BUSINESS CONTEXT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075006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7" name="Google Shape;57;p13"/>
          <p:cNvSpPr/>
          <p:nvPr/>
        </p:nvSpPr>
        <p:spPr>
          <a:xfrm>
            <a:off x="2075006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8" name="Google Shape;58;p13"/>
          <p:cNvSpPr txBox="1"/>
          <p:nvPr/>
        </p:nvSpPr>
        <p:spPr>
          <a:xfrm>
            <a:off x="2285425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GOAL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285425" y="2349869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STAKEHOLDERS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812492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1" name="Google Shape;61;p13"/>
          <p:cNvSpPr txBox="1"/>
          <p:nvPr/>
        </p:nvSpPr>
        <p:spPr>
          <a:xfrm>
            <a:off x="4022911" y="965698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REASONING FLOW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549979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3" name="Google Shape;63;p13"/>
          <p:cNvSpPr txBox="1"/>
          <p:nvPr/>
        </p:nvSpPr>
        <p:spPr>
          <a:xfrm>
            <a:off x="5624525" y="954263"/>
            <a:ext cx="15186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ACTIONS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549979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5" name="Google Shape;65;p13"/>
          <p:cNvSpPr txBox="1"/>
          <p:nvPr/>
        </p:nvSpPr>
        <p:spPr>
          <a:xfrm>
            <a:off x="5760398" y="2349869"/>
            <a:ext cx="12468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RISK &amp; </a:t>
            </a:r>
            <a:r>
              <a:rPr lang="en" sz="900" b="1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GOVERNANCE</a:t>
            </a:r>
            <a:endParaRPr lang="en" sz="900">
              <a:latin typeface="Arial" panose="020B0604020202020204" pitchFamily="34" charset="0"/>
              <a:ea typeface="IBM Plex Mono"/>
              <a:cs typeface="Arial" panose="020B0604020202020204" pitchFamily="34" charset="0"/>
              <a:sym typeface="IBM Plex Mono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287465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7" name="Google Shape;67;p13"/>
          <p:cNvSpPr txBox="1"/>
          <p:nvPr/>
        </p:nvSpPr>
        <p:spPr>
          <a:xfrm>
            <a:off x="7497884" y="95426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KNOWLEDGE (RAG)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337600" y="3600223"/>
            <a:ext cx="4250218" cy="1378595"/>
          </a:xfrm>
          <a:custGeom>
            <a:avLst/>
            <a:gdLst/>
            <a:ahLst/>
            <a:cxnLst/>
            <a:rect l="l" t="t" r="r" b="b"/>
            <a:pathLst>
              <a:path w="3019693" h="1024978" extrusionOk="0">
                <a:moveTo>
                  <a:pt x="0" y="0"/>
                </a:moveTo>
                <a:lnTo>
                  <a:pt x="3019693" y="0"/>
                </a:lnTo>
                <a:lnTo>
                  <a:pt x="3019693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9" name="Google Shape;69;p13"/>
          <p:cNvSpPr txBox="1"/>
          <p:nvPr/>
        </p:nvSpPr>
        <p:spPr>
          <a:xfrm>
            <a:off x="461605" y="3688374"/>
            <a:ext cx="16713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900" b="1">
                <a:solidFill>
                  <a:srgbClr val="010101"/>
                </a:solidFill>
                <a:latin typeface="Arial" panose="020B0604020202020204" pitchFamily="34" charset="0"/>
                <a:cs typeface="Arial" panose="020B0604020202020204" pitchFamily="34" charset="0"/>
                <a:sym typeface="IBM Plex Mono"/>
              </a:rPr>
              <a:t>COST AND FEASIBILITY</a:t>
            </a:r>
            <a:endParaRPr lang="e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4646316" y="3600223"/>
            <a:ext cx="4308790" cy="1378595"/>
          </a:xfrm>
          <a:custGeom>
            <a:avLst/>
            <a:gdLst/>
            <a:ahLst/>
            <a:cxnLst/>
            <a:rect l="l" t="t" r="r" b="b"/>
            <a:pathLst>
              <a:path w="3061307" h="1024978" extrusionOk="0">
                <a:moveTo>
                  <a:pt x="0" y="0"/>
                </a:moveTo>
                <a:lnTo>
                  <a:pt x="3061307" y="0"/>
                </a:lnTo>
                <a:lnTo>
                  <a:pt x="3061307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71" name="Google Shape;71;p13"/>
          <p:cNvSpPr txBox="1"/>
          <p:nvPr/>
        </p:nvSpPr>
        <p:spPr>
          <a:xfrm>
            <a:off x="4736237" y="3688374"/>
            <a:ext cx="1671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BUSINESS IMPACT &amp; KPIS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60415" y="1188697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158569" y="115009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149594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3887048" y="1150097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624525" y="115005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5624529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7362009" y="1150097"/>
            <a:ext cx="15186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433940" y="3882164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4720865" y="3934739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2;p13">
            <a:extLst>
              <a:ext uri="{FF2B5EF4-FFF2-40B4-BE49-F238E27FC236}">
                <a16:creationId xmlns:a16="http://schemas.microsoft.com/office/drawing/2014/main" id="{24F286DA-6531-7DF9-4F6D-84A756CD282E}"/>
              </a:ext>
            </a:extLst>
          </p:cNvPr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AGENT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8" name="Google Shape;84;p13">
            <a:extLst>
              <a:ext uri="{FF2B5EF4-FFF2-40B4-BE49-F238E27FC236}">
                <a16:creationId xmlns:a16="http://schemas.microsoft.com/office/drawing/2014/main" id="{B2BFB8C9-688C-5BCA-07C8-0BAD30634CBE}"/>
              </a:ext>
            </a:extLst>
          </p:cNvPr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……………………………………………………………………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oogle Shape;85;p13">
            <a:extLst>
              <a:ext uri="{FF2B5EF4-FFF2-40B4-BE49-F238E27FC236}">
                <a16:creationId xmlns:a16="http://schemas.microsoft.com/office/drawing/2014/main" id="{6D0DAE33-6AC0-25D7-E71C-87B8BF729FE8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10" name="Google Shape;86;p13">
              <a:extLst>
                <a:ext uri="{FF2B5EF4-FFF2-40B4-BE49-F238E27FC236}">
                  <a16:creationId xmlns:a16="http://schemas.microsoft.com/office/drawing/2014/main" id="{EDF77A85-022A-E007-5102-30319F064D3A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Employee productivity</a:t>
              </a:r>
              <a:endParaRPr sz="1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87;p13">
              <a:extLst>
                <a:ext uri="{FF2B5EF4-FFF2-40B4-BE49-F238E27FC236}">
                  <a16:creationId xmlns:a16="http://schemas.microsoft.com/office/drawing/2014/main" id="{CF4B3C28-FC4F-5C20-34E5-689EEBF89731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;p13">
              <a:extLst>
                <a:ext uri="{FF2B5EF4-FFF2-40B4-BE49-F238E27FC236}">
                  <a16:creationId xmlns:a16="http://schemas.microsoft.com/office/drawing/2014/main" id="{8E7D445F-9B22-804B-C6E1-767A4E6A28B2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9;p13">
              <a:extLst>
                <a:ext uri="{FF2B5EF4-FFF2-40B4-BE49-F238E27FC236}">
                  <a16:creationId xmlns:a16="http://schemas.microsoft.com/office/drawing/2014/main" id="{81594492-48C5-C850-43F0-CDF6A3A07953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9A96A1BA-8B8F-9B17-42CF-28653278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E6D57354-BC89-7442-25F8-B2E00669F324}"/>
              </a:ext>
            </a:extLst>
          </p:cNvPr>
          <p:cNvSpPr/>
          <p:nvPr/>
        </p:nvSpPr>
        <p:spPr>
          <a:xfrm>
            <a:off x="337600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F05881F7-EFFD-F991-3B4D-0B43A0892B26}"/>
              </a:ext>
            </a:extLst>
          </p:cNvPr>
          <p:cNvSpPr txBox="1"/>
          <p:nvPr/>
        </p:nvSpPr>
        <p:spPr>
          <a:xfrm>
            <a:off x="548019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BUSINESS CONTEXT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3E1D4B41-3FAC-D228-7362-1D871A647E57}"/>
              </a:ext>
            </a:extLst>
          </p:cNvPr>
          <p:cNvSpPr/>
          <p:nvPr/>
        </p:nvSpPr>
        <p:spPr>
          <a:xfrm>
            <a:off x="2075006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9EF8CF1B-341D-6D51-1D00-8CC90BBA5E2B}"/>
              </a:ext>
            </a:extLst>
          </p:cNvPr>
          <p:cNvSpPr/>
          <p:nvPr/>
        </p:nvSpPr>
        <p:spPr>
          <a:xfrm>
            <a:off x="2075006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346960C8-7BC5-572B-76D3-3438E2707F52}"/>
              </a:ext>
            </a:extLst>
          </p:cNvPr>
          <p:cNvSpPr txBox="1"/>
          <p:nvPr/>
        </p:nvSpPr>
        <p:spPr>
          <a:xfrm>
            <a:off x="2285425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GOAL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D2F85484-FE4A-F561-F23C-3127E48A9942}"/>
              </a:ext>
            </a:extLst>
          </p:cNvPr>
          <p:cNvSpPr txBox="1"/>
          <p:nvPr/>
        </p:nvSpPr>
        <p:spPr>
          <a:xfrm>
            <a:off x="2285425" y="2349869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STAKEHOLDERS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69F04408-5979-EC03-4701-7F3B0F8717CD}"/>
              </a:ext>
            </a:extLst>
          </p:cNvPr>
          <p:cNvSpPr/>
          <p:nvPr/>
        </p:nvSpPr>
        <p:spPr>
          <a:xfrm>
            <a:off x="3812492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AFC7A3E1-CA98-53F5-64DA-CD537430A740}"/>
              </a:ext>
            </a:extLst>
          </p:cNvPr>
          <p:cNvSpPr txBox="1"/>
          <p:nvPr/>
        </p:nvSpPr>
        <p:spPr>
          <a:xfrm>
            <a:off x="4022911" y="965698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REASONING FLOW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AEAD217F-3E8F-4DE7-BA86-FEAE867C0621}"/>
              </a:ext>
            </a:extLst>
          </p:cNvPr>
          <p:cNvSpPr/>
          <p:nvPr/>
        </p:nvSpPr>
        <p:spPr>
          <a:xfrm>
            <a:off x="5549979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3B8B2B57-9DB3-8959-55B3-034A0C00EE0D}"/>
              </a:ext>
            </a:extLst>
          </p:cNvPr>
          <p:cNvSpPr txBox="1"/>
          <p:nvPr/>
        </p:nvSpPr>
        <p:spPr>
          <a:xfrm>
            <a:off x="5624525" y="954263"/>
            <a:ext cx="15186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ACTIONS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F1B5B1D6-4FC5-C0B4-69C0-3D1703C4200C}"/>
              </a:ext>
            </a:extLst>
          </p:cNvPr>
          <p:cNvSpPr/>
          <p:nvPr/>
        </p:nvSpPr>
        <p:spPr>
          <a:xfrm>
            <a:off x="5549979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F02D22ED-E25E-1388-48D2-07D5473018BB}"/>
              </a:ext>
            </a:extLst>
          </p:cNvPr>
          <p:cNvSpPr txBox="1"/>
          <p:nvPr/>
        </p:nvSpPr>
        <p:spPr>
          <a:xfrm>
            <a:off x="5760398" y="2349869"/>
            <a:ext cx="12468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RISK &amp; </a:t>
            </a:r>
            <a:r>
              <a:rPr lang="en" sz="900" b="1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GOVERNANCE</a:t>
            </a:r>
            <a:endParaRPr lang="en" sz="900">
              <a:latin typeface="Arial" panose="020B0604020202020204" pitchFamily="34" charset="0"/>
              <a:ea typeface="IBM Plex Mono"/>
              <a:cs typeface="Arial" panose="020B0604020202020204" pitchFamily="34" charset="0"/>
              <a:sym typeface="IBM Plex Mono"/>
            </a:endParaRP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37D68432-BAF5-D745-98A0-F359928E67C4}"/>
              </a:ext>
            </a:extLst>
          </p:cNvPr>
          <p:cNvSpPr/>
          <p:nvPr/>
        </p:nvSpPr>
        <p:spPr>
          <a:xfrm>
            <a:off x="7287465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940FF03B-27C4-268C-CDE6-2CC928555B8D}"/>
              </a:ext>
            </a:extLst>
          </p:cNvPr>
          <p:cNvSpPr txBox="1"/>
          <p:nvPr/>
        </p:nvSpPr>
        <p:spPr>
          <a:xfrm>
            <a:off x="7497884" y="95426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KNOWLEDGE (RAG)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A4144568-BCB1-CE93-9E8F-A773508AD34D}"/>
              </a:ext>
            </a:extLst>
          </p:cNvPr>
          <p:cNvSpPr/>
          <p:nvPr/>
        </p:nvSpPr>
        <p:spPr>
          <a:xfrm>
            <a:off x="337600" y="3600223"/>
            <a:ext cx="4250218" cy="1378595"/>
          </a:xfrm>
          <a:custGeom>
            <a:avLst/>
            <a:gdLst/>
            <a:ahLst/>
            <a:cxnLst/>
            <a:rect l="l" t="t" r="r" b="b"/>
            <a:pathLst>
              <a:path w="3019693" h="1024978" extrusionOk="0">
                <a:moveTo>
                  <a:pt x="0" y="0"/>
                </a:moveTo>
                <a:lnTo>
                  <a:pt x="3019693" y="0"/>
                </a:lnTo>
                <a:lnTo>
                  <a:pt x="3019693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9" name="Google Shape;69;p13">
            <a:extLst>
              <a:ext uri="{FF2B5EF4-FFF2-40B4-BE49-F238E27FC236}">
                <a16:creationId xmlns:a16="http://schemas.microsoft.com/office/drawing/2014/main" id="{59852DBE-AEE5-E727-83C0-72D1CC541EE5}"/>
              </a:ext>
            </a:extLst>
          </p:cNvPr>
          <p:cNvSpPr txBox="1"/>
          <p:nvPr/>
        </p:nvSpPr>
        <p:spPr>
          <a:xfrm>
            <a:off x="461605" y="3688374"/>
            <a:ext cx="16713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900" b="1">
                <a:solidFill>
                  <a:srgbClr val="010101"/>
                </a:solidFill>
                <a:latin typeface="Arial" panose="020B0604020202020204" pitchFamily="34" charset="0"/>
                <a:cs typeface="Arial" panose="020B0604020202020204" pitchFamily="34" charset="0"/>
                <a:sym typeface="IBM Plex Mono"/>
              </a:rPr>
              <a:t>COST AND FEASIBILITY</a:t>
            </a:r>
            <a:endParaRPr lang="e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Google Shape;70;p13">
            <a:extLst>
              <a:ext uri="{FF2B5EF4-FFF2-40B4-BE49-F238E27FC236}">
                <a16:creationId xmlns:a16="http://schemas.microsoft.com/office/drawing/2014/main" id="{296C9322-56CF-A10E-263A-17B326E56BF9}"/>
              </a:ext>
            </a:extLst>
          </p:cNvPr>
          <p:cNvSpPr/>
          <p:nvPr/>
        </p:nvSpPr>
        <p:spPr>
          <a:xfrm>
            <a:off x="4646316" y="3600223"/>
            <a:ext cx="4308790" cy="1378595"/>
          </a:xfrm>
          <a:custGeom>
            <a:avLst/>
            <a:gdLst/>
            <a:ahLst/>
            <a:cxnLst/>
            <a:rect l="l" t="t" r="r" b="b"/>
            <a:pathLst>
              <a:path w="3061307" h="1024978" extrusionOk="0">
                <a:moveTo>
                  <a:pt x="0" y="0"/>
                </a:moveTo>
                <a:lnTo>
                  <a:pt x="3061307" y="0"/>
                </a:lnTo>
                <a:lnTo>
                  <a:pt x="3061307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8F7C144C-0887-C512-CBEC-A2BC17860D90}"/>
              </a:ext>
            </a:extLst>
          </p:cNvPr>
          <p:cNvSpPr txBox="1"/>
          <p:nvPr/>
        </p:nvSpPr>
        <p:spPr>
          <a:xfrm>
            <a:off x="4736237" y="3688374"/>
            <a:ext cx="1671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BUSINESS IMPACT &amp; KPIS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43CCCF59-1B8A-4B9B-64C8-3C63AE608DE1}"/>
              </a:ext>
            </a:extLst>
          </p:cNvPr>
          <p:cNvSpPr txBox="1"/>
          <p:nvPr/>
        </p:nvSpPr>
        <p:spPr>
          <a:xfrm>
            <a:off x="460415" y="1188697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C7F7ED04-38FB-A3FF-15F5-EA73E7C31333}"/>
              </a:ext>
            </a:extLst>
          </p:cNvPr>
          <p:cNvSpPr txBox="1"/>
          <p:nvPr/>
        </p:nvSpPr>
        <p:spPr>
          <a:xfrm>
            <a:off x="2158569" y="115009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BB372BF9-34C5-734C-20BF-DDD8B98A9506}"/>
              </a:ext>
            </a:extLst>
          </p:cNvPr>
          <p:cNvSpPr txBox="1"/>
          <p:nvPr/>
        </p:nvSpPr>
        <p:spPr>
          <a:xfrm>
            <a:off x="2149594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E3B15F40-D89C-290B-238D-0E2D96D7DE08}"/>
              </a:ext>
            </a:extLst>
          </p:cNvPr>
          <p:cNvSpPr txBox="1"/>
          <p:nvPr/>
        </p:nvSpPr>
        <p:spPr>
          <a:xfrm>
            <a:off x="3887048" y="1150097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>
            <a:extLst>
              <a:ext uri="{FF2B5EF4-FFF2-40B4-BE49-F238E27FC236}">
                <a16:creationId xmlns:a16="http://schemas.microsoft.com/office/drawing/2014/main" id="{4347C633-69A3-9347-E446-A290B5407823}"/>
              </a:ext>
            </a:extLst>
          </p:cNvPr>
          <p:cNvSpPr txBox="1"/>
          <p:nvPr/>
        </p:nvSpPr>
        <p:spPr>
          <a:xfrm>
            <a:off x="5624525" y="115005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>
            <a:extLst>
              <a:ext uri="{FF2B5EF4-FFF2-40B4-BE49-F238E27FC236}">
                <a16:creationId xmlns:a16="http://schemas.microsoft.com/office/drawing/2014/main" id="{6C899D71-5FBA-5D14-FE5D-E1626BDA8B9C}"/>
              </a:ext>
            </a:extLst>
          </p:cNvPr>
          <p:cNvSpPr txBox="1"/>
          <p:nvPr/>
        </p:nvSpPr>
        <p:spPr>
          <a:xfrm>
            <a:off x="5624529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85E9963F-F537-AA81-542D-04A904C62BB5}"/>
              </a:ext>
            </a:extLst>
          </p:cNvPr>
          <p:cNvSpPr txBox="1"/>
          <p:nvPr/>
        </p:nvSpPr>
        <p:spPr>
          <a:xfrm>
            <a:off x="7362009" y="1150097"/>
            <a:ext cx="15186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45F185FF-892F-D5FD-AEAA-E1B2CBFAC87A}"/>
              </a:ext>
            </a:extLst>
          </p:cNvPr>
          <p:cNvSpPr txBox="1"/>
          <p:nvPr/>
        </p:nvSpPr>
        <p:spPr>
          <a:xfrm>
            <a:off x="433940" y="3882164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1A57CBB2-4881-6829-24FE-A38146F623F3}"/>
              </a:ext>
            </a:extLst>
          </p:cNvPr>
          <p:cNvSpPr txBox="1"/>
          <p:nvPr/>
        </p:nvSpPr>
        <p:spPr>
          <a:xfrm>
            <a:off x="4720865" y="3934739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2;p13">
            <a:extLst>
              <a:ext uri="{FF2B5EF4-FFF2-40B4-BE49-F238E27FC236}">
                <a16:creationId xmlns:a16="http://schemas.microsoft.com/office/drawing/2014/main" id="{082D8819-F51F-DBF4-96FF-214F84696BC7}"/>
              </a:ext>
            </a:extLst>
          </p:cNvPr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AGENT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8" name="Google Shape;84;p13">
            <a:extLst>
              <a:ext uri="{FF2B5EF4-FFF2-40B4-BE49-F238E27FC236}">
                <a16:creationId xmlns:a16="http://schemas.microsoft.com/office/drawing/2014/main" id="{BC44967B-9E0F-FCBA-E09A-E80781CCF946}"/>
              </a:ext>
            </a:extLst>
          </p:cNvPr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………Sample………………………………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oogle Shape;85;p13">
            <a:extLst>
              <a:ext uri="{FF2B5EF4-FFF2-40B4-BE49-F238E27FC236}">
                <a16:creationId xmlns:a16="http://schemas.microsoft.com/office/drawing/2014/main" id="{E7B21533-1B3C-D27E-17E1-5FC10584779D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10" name="Google Shape;86;p13">
              <a:extLst>
                <a:ext uri="{FF2B5EF4-FFF2-40B4-BE49-F238E27FC236}">
                  <a16:creationId xmlns:a16="http://schemas.microsoft.com/office/drawing/2014/main" id="{49493AB7-D45E-1DFE-D47A-451CC835E038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</a:t>
              </a:r>
              <a:r>
                <a:rPr lang="en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Employee productivity</a:t>
              </a:r>
              <a:endParaRPr sz="1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87;p13">
              <a:extLst>
                <a:ext uri="{FF2B5EF4-FFF2-40B4-BE49-F238E27FC236}">
                  <a16:creationId xmlns:a16="http://schemas.microsoft.com/office/drawing/2014/main" id="{755020CD-EACF-6117-25ED-1D76DDC9F375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;p13">
              <a:extLst>
                <a:ext uri="{FF2B5EF4-FFF2-40B4-BE49-F238E27FC236}">
                  <a16:creationId xmlns:a16="http://schemas.microsoft.com/office/drawing/2014/main" id="{AD6E87AE-2B39-FB54-8401-89D0E11C7378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9;p13">
              <a:extLst>
                <a:ext uri="{FF2B5EF4-FFF2-40B4-BE49-F238E27FC236}">
                  <a16:creationId xmlns:a16="http://schemas.microsoft.com/office/drawing/2014/main" id="{F906A3C9-643F-3F4A-D410-0DCEAD9B66A6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73;p13">
            <a:extLst>
              <a:ext uri="{FF2B5EF4-FFF2-40B4-BE49-F238E27FC236}">
                <a16:creationId xmlns:a16="http://schemas.microsoft.com/office/drawing/2014/main" id="{C117C306-29DB-902A-68C4-E65C83427864}"/>
              </a:ext>
            </a:extLst>
          </p:cNvPr>
          <p:cNvSpPr txBox="1"/>
          <p:nvPr/>
        </p:nvSpPr>
        <p:spPr>
          <a:xfrm>
            <a:off x="518913" y="1223792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r>
              <a:rPr lang="en" sz="800" dirty="0">
                <a:solidFill>
                  <a:srgbClr val="333333"/>
                </a:solidFill>
                <a:ea typeface="Calibri"/>
              </a:rPr>
              <a:t>* Business Problem</a:t>
            </a:r>
            <a:endParaRPr lang="en-US" sz="800" dirty="0"/>
          </a:p>
          <a:p>
            <a:r>
              <a:rPr lang="en" sz="800" dirty="0">
                <a:solidFill>
                  <a:srgbClr val="333333"/>
                </a:solidFill>
                <a:ea typeface="Calibri"/>
              </a:rPr>
              <a:t>* Current Workflow (NEW 🔥)</a:t>
            </a:r>
            <a:endParaRPr lang="en" sz="800" dirty="0"/>
          </a:p>
          <a:p>
            <a:r>
              <a:rPr lang="en" sz="800" dirty="0">
                <a:solidFill>
                  <a:srgbClr val="333333"/>
                </a:solidFill>
                <a:ea typeface="Calibri"/>
              </a:rPr>
              <a:t>* Pain Points</a:t>
            </a:r>
            <a:endParaRPr lang="en" sz="800" dirty="0"/>
          </a:p>
          <a:p>
            <a:pPr>
              <a:spcBef>
                <a:spcPts val="100"/>
              </a:spcBef>
            </a:pPr>
            <a:r>
              <a:rPr lang="en" sz="800" dirty="0">
                <a:solidFill>
                  <a:srgbClr val="333333"/>
                </a:solidFill>
                <a:ea typeface="Calibri"/>
              </a:rPr>
              <a:t>* Stakeholders</a:t>
            </a:r>
            <a:endParaRPr lang="en" sz="800" dirty="0"/>
          </a:p>
        </p:txBody>
      </p:sp>
      <p:sp>
        <p:nvSpPr>
          <p:cNvPr id="3" name="Google Shape;74;p13">
            <a:extLst>
              <a:ext uri="{FF2B5EF4-FFF2-40B4-BE49-F238E27FC236}">
                <a16:creationId xmlns:a16="http://schemas.microsoft.com/office/drawing/2014/main" id="{3F2F2E32-7B9B-9BA8-3170-1CE8AB288D23}"/>
              </a:ext>
            </a:extLst>
          </p:cNvPr>
          <p:cNvSpPr txBox="1"/>
          <p:nvPr/>
        </p:nvSpPr>
        <p:spPr>
          <a:xfrm>
            <a:off x="2217067" y="1185192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r>
              <a:rPr lang="en" sz="800">
                <a:solidFill>
                  <a:srgbClr val="333333"/>
                </a:solidFill>
                <a:ea typeface="Calibri"/>
              </a:rPr>
              <a:t>* What job does the agent do?</a:t>
            </a:r>
            <a:endParaRPr lang="en-US" sz="800"/>
          </a:p>
          <a:p>
            <a:pPr>
              <a:spcBef>
                <a:spcPts val="100"/>
              </a:spcBef>
            </a:pPr>
            <a:r>
              <a:rPr lang="en" sz="800">
                <a:solidFill>
                  <a:srgbClr val="333333"/>
                </a:solidFill>
                <a:ea typeface="Calibri"/>
              </a:rPr>
              <a:t>* What task is reduced/replaced?</a:t>
            </a:r>
            <a:endParaRPr lang="en" sz="800"/>
          </a:p>
        </p:txBody>
      </p:sp>
      <p:sp>
        <p:nvSpPr>
          <p:cNvPr id="4" name="Google Shape;75;p13">
            <a:extLst>
              <a:ext uri="{FF2B5EF4-FFF2-40B4-BE49-F238E27FC236}">
                <a16:creationId xmlns:a16="http://schemas.microsoft.com/office/drawing/2014/main" id="{953FED16-CE29-6F7D-670E-E285082E87FB}"/>
              </a:ext>
            </a:extLst>
          </p:cNvPr>
          <p:cNvSpPr txBox="1"/>
          <p:nvPr/>
        </p:nvSpPr>
        <p:spPr>
          <a:xfrm>
            <a:off x="2208092" y="253832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71450" indent="-171450">
              <a:spcBef>
                <a:spcPts val="100"/>
              </a:spcBef>
              <a:buChar char="•"/>
            </a:pPr>
            <a:r>
              <a:rPr lang="en" sz="8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Who </a:t>
            </a:r>
            <a:r>
              <a:rPr lang="en" sz="8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involves in the process?</a:t>
            </a:r>
            <a:endParaRPr lang="en" sz="8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76;p13">
            <a:extLst>
              <a:ext uri="{FF2B5EF4-FFF2-40B4-BE49-F238E27FC236}">
                <a16:creationId xmlns:a16="http://schemas.microsoft.com/office/drawing/2014/main" id="{D63D117B-4A6C-FBE7-9EF1-6FD415FB803E}"/>
              </a:ext>
            </a:extLst>
          </p:cNvPr>
          <p:cNvSpPr txBox="1"/>
          <p:nvPr/>
        </p:nvSpPr>
        <p:spPr>
          <a:xfrm>
            <a:off x="3926170" y="1432535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r>
              <a:rPr lang="en" sz="800" dirty="0">
                <a:solidFill>
                  <a:srgbClr val="333333"/>
                </a:solidFill>
                <a:ea typeface="Calibri"/>
              </a:rPr>
              <a:t>* User intent types (topics)</a:t>
            </a:r>
            <a:endParaRPr lang="en-US" sz="800" dirty="0"/>
          </a:p>
          <a:p>
            <a:r>
              <a:rPr lang="en" sz="800" dirty="0">
                <a:solidFill>
                  <a:srgbClr val="333333"/>
                </a:solidFill>
                <a:ea typeface="Calibri"/>
              </a:rPr>
              <a:t>* Clarification logic</a:t>
            </a:r>
            <a:endParaRPr lang="en" sz="800" dirty="0"/>
          </a:p>
          <a:p>
            <a:pPr>
              <a:spcBef>
                <a:spcPts val="100"/>
              </a:spcBef>
            </a:pPr>
            <a:r>
              <a:rPr lang="en" sz="800" dirty="0">
                <a:solidFill>
                  <a:srgbClr val="333333"/>
                </a:solidFill>
                <a:ea typeface="Calibri"/>
              </a:rPr>
              <a:t>* Decision logic</a:t>
            </a:r>
            <a:endParaRPr lang="en" sz="800" dirty="0"/>
          </a:p>
        </p:txBody>
      </p:sp>
      <p:sp>
        <p:nvSpPr>
          <p:cNvPr id="6" name="Google Shape;77;p13">
            <a:extLst>
              <a:ext uri="{FF2B5EF4-FFF2-40B4-BE49-F238E27FC236}">
                <a16:creationId xmlns:a16="http://schemas.microsoft.com/office/drawing/2014/main" id="{5803CA96-E175-ACF5-191F-9002FC47E04B}"/>
              </a:ext>
            </a:extLst>
          </p:cNvPr>
          <p:cNvSpPr txBox="1"/>
          <p:nvPr/>
        </p:nvSpPr>
        <p:spPr>
          <a:xfrm>
            <a:off x="5683023" y="118514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r>
              <a:rPr lang="en" sz="600">
                <a:solidFill>
                  <a:srgbClr val="333333"/>
                </a:solidFill>
                <a:ea typeface="Calibri"/>
              </a:rPr>
              <a:t>* What system actions?</a:t>
            </a:r>
            <a:endParaRPr lang="en-US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    * Send email</a:t>
            </a:r>
            <a:endParaRPr lang="en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    * Update database</a:t>
            </a:r>
            <a:endParaRPr lang="en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    * Create approval</a:t>
            </a:r>
            <a:endParaRPr lang="en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    * Trigger workflow</a:t>
            </a:r>
            <a:endParaRPr lang="en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* Tool:</a:t>
            </a:r>
            <a:endParaRPr lang="en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    * Power Automate</a:t>
            </a:r>
            <a:endParaRPr lang="en" sz="600"/>
          </a:p>
          <a:p>
            <a:r>
              <a:rPr lang="en" sz="600">
                <a:solidFill>
                  <a:srgbClr val="333333"/>
                </a:solidFill>
                <a:ea typeface="Calibri"/>
              </a:rPr>
              <a:t>    * API</a:t>
            </a:r>
            <a:endParaRPr lang="en" sz="600"/>
          </a:p>
          <a:p>
            <a:pPr>
              <a:spcBef>
                <a:spcPts val="100"/>
              </a:spcBef>
            </a:pPr>
            <a:r>
              <a:rPr lang="en" sz="600">
                <a:solidFill>
                  <a:srgbClr val="333333"/>
                </a:solidFill>
                <a:ea typeface="Calibri"/>
              </a:rPr>
              <a:t>    * Excel / SharePoint</a:t>
            </a:r>
            <a:endParaRPr lang="en" sz="600"/>
          </a:p>
        </p:txBody>
      </p:sp>
      <p:sp>
        <p:nvSpPr>
          <p:cNvPr id="14" name="Google Shape;78;p13">
            <a:extLst>
              <a:ext uri="{FF2B5EF4-FFF2-40B4-BE49-F238E27FC236}">
                <a16:creationId xmlns:a16="http://schemas.microsoft.com/office/drawing/2014/main" id="{B157948C-75C9-9D0B-0A9C-6A4D4C044824}"/>
              </a:ext>
            </a:extLst>
          </p:cNvPr>
          <p:cNvSpPr txBox="1"/>
          <p:nvPr/>
        </p:nvSpPr>
        <p:spPr>
          <a:xfrm>
            <a:off x="5683027" y="253832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r>
              <a:rPr lang="en" sz="800">
                <a:solidFill>
                  <a:srgbClr val="333333"/>
                </a:solidFill>
                <a:ea typeface="Calibri"/>
              </a:rPr>
              <a:t>* What AI should NOT do</a:t>
            </a:r>
            <a:endParaRPr lang="en-US" sz="800"/>
          </a:p>
          <a:p>
            <a:r>
              <a:rPr lang="en" sz="800">
                <a:solidFill>
                  <a:srgbClr val="333333"/>
                </a:solidFill>
                <a:ea typeface="Calibri"/>
              </a:rPr>
              <a:t>* Approval checkpoints</a:t>
            </a:r>
            <a:endParaRPr lang="en" sz="800"/>
          </a:p>
          <a:p>
            <a:pPr>
              <a:spcBef>
                <a:spcPts val="100"/>
              </a:spcBef>
            </a:pPr>
            <a:r>
              <a:rPr lang="en" sz="800">
                <a:solidFill>
                  <a:srgbClr val="333333"/>
                </a:solidFill>
                <a:ea typeface="Calibri"/>
              </a:rPr>
              <a:t>* Data sensitivity</a:t>
            </a:r>
            <a:endParaRPr lang="en" sz="800"/>
          </a:p>
        </p:txBody>
      </p:sp>
      <p:sp>
        <p:nvSpPr>
          <p:cNvPr id="15" name="Google Shape;79;p13">
            <a:extLst>
              <a:ext uri="{FF2B5EF4-FFF2-40B4-BE49-F238E27FC236}">
                <a16:creationId xmlns:a16="http://schemas.microsoft.com/office/drawing/2014/main" id="{8B1F8C37-154A-B580-B789-7F53E9AFF53D}"/>
              </a:ext>
            </a:extLst>
          </p:cNvPr>
          <p:cNvSpPr txBox="1"/>
          <p:nvPr/>
        </p:nvSpPr>
        <p:spPr>
          <a:xfrm>
            <a:off x="7420507" y="1185192"/>
            <a:ext cx="15186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r>
              <a:rPr lang="en" sz="800" dirty="0">
                <a:solidFill>
                  <a:srgbClr val="333333"/>
                </a:solidFill>
                <a:ea typeface="Calibri"/>
              </a:rPr>
              <a:t>* Data sources (Excel, SharePoint, SQL)</a:t>
            </a:r>
            <a:endParaRPr lang="en-US" sz="800" dirty="0"/>
          </a:p>
          <a:p>
            <a:r>
              <a:rPr lang="en" sz="800" dirty="0">
                <a:solidFill>
                  <a:srgbClr val="333333"/>
                </a:solidFill>
                <a:ea typeface="Calibri"/>
              </a:rPr>
              <a:t>* Ownership</a:t>
            </a:r>
            <a:endParaRPr lang="en" sz="800" dirty="0"/>
          </a:p>
          <a:p>
            <a:r>
              <a:rPr lang="en" sz="800" dirty="0">
                <a:solidFill>
                  <a:srgbClr val="333333"/>
                </a:solidFill>
                <a:ea typeface="Calibri"/>
              </a:rPr>
              <a:t>* Update frequency</a:t>
            </a:r>
            <a:endParaRPr lang="en" sz="800" dirty="0"/>
          </a:p>
          <a:p>
            <a:pPr>
              <a:spcBef>
                <a:spcPts val="100"/>
              </a:spcBef>
            </a:pPr>
            <a:r>
              <a:rPr lang="en" sz="800" dirty="0">
                <a:solidFill>
                  <a:srgbClr val="333333"/>
                </a:solidFill>
                <a:ea typeface="Calibri"/>
              </a:rPr>
              <a:t>* Data quality</a:t>
            </a:r>
            <a:endParaRPr lang="en" sz="800" dirty="0"/>
          </a:p>
        </p:txBody>
      </p:sp>
      <p:sp>
        <p:nvSpPr>
          <p:cNvPr id="16" name="Google Shape;80;p13">
            <a:extLst>
              <a:ext uri="{FF2B5EF4-FFF2-40B4-BE49-F238E27FC236}">
                <a16:creationId xmlns:a16="http://schemas.microsoft.com/office/drawing/2014/main" id="{B2D963F5-3779-52F1-2AED-0B78B3AA5F09}"/>
              </a:ext>
            </a:extLst>
          </p:cNvPr>
          <p:cNvSpPr txBox="1"/>
          <p:nvPr/>
        </p:nvSpPr>
        <p:spPr>
          <a:xfrm>
            <a:off x="492438" y="3917259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71450" indent="-171450"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License / subscription needed</a:t>
            </a:r>
            <a:endParaRPr lang="en-US" sz="800"/>
          </a:p>
          <a:p>
            <a:pPr marL="171450" indent="-171450"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Development effort (time, resources)</a:t>
            </a:r>
            <a:endParaRPr lang="en" sz="800"/>
          </a:p>
          <a:p>
            <a:pPr marL="171450" indent="-171450"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Technical feasibility</a:t>
            </a:r>
            <a:endParaRPr lang="en" sz="800"/>
          </a:p>
          <a:p>
            <a:pPr marL="171450" indent="-171450">
              <a:spcBef>
                <a:spcPts val="100"/>
              </a:spcBef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Infrastructure / hosting costs</a:t>
            </a:r>
            <a:endParaRPr lang="en" sz="800"/>
          </a:p>
        </p:txBody>
      </p:sp>
      <p:sp>
        <p:nvSpPr>
          <p:cNvPr id="17" name="Google Shape;81;p13">
            <a:extLst>
              <a:ext uri="{FF2B5EF4-FFF2-40B4-BE49-F238E27FC236}">
                <a16:creationId xmlns:a16="http://schemas.microsoft.com/office/drawing/2014/main" id="{F3A1C51A-E433-CDB0-0497-1980584D0FFF}"/>
              </a:ext>
            </a:extLst>
          </p:cNvPr>
          <p:cNvSpPr txBox="1"/>
          <p:nvPr/>
        </p:nvSpPr>
        <p:spPr>
          <a:xfrm>
            <a:off x="4779363" y="3969834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171450" indent="-171450"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KPI</a:t>
            </a:r>
            <a:endParaRPr lang="en-US" sz="800"/>
          </a:p>
          <a:p>
            <a:pPr marL="171450" indent="-171450"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Time saved</a:t>
            </a:r>
            <a:endParaRPr lang="en" sz="800"/>
          </a:p>
          <a:p>
            <a:pPr marL="171450" indent="-171450">
              <a:spcBef>
                <a:spcPts val="100"/>
              </a:spcBef>
              <a:buChar char="•"/>
            </a:pPr>
            <a:r>
              <a:rPr lang="en" sz="800">
                <a:solidFill>
                  <a:srgbClr val="333333"/>
                </a:solidFill>
                <a:ea typeface="Calibri"/>
              </a:rPr>
              <a:t>Cost reduction</a:t>
            </a:r>
            <a:endParaRPr lang="en" sz="800"/>
          </a:p>
        </p:txBody>
      </p:sp>
    </p:spTree>
    <p:extLst>
      <p:ext uri="{BB962C8B-B14F-4D97-AF65-F5344CB8AC3E}">
        <p14:creationId xmlns:p14="http://schemas.microsoft.com/office/powerpoint/2010/main" val="157616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59FDFFE0-72C8-6B0B-5760-77AE04D7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4546EAFC-EB2D-3ABE-8004-146FE4522DEC}"/>
              </a:ext>
            </a:extLst>
          </p:cNvPr>
          <p:cNvSpPr/>
          <p:nvPr/>
        </p:nvSpPr>
        <p:spPr>
          <a:xfrm>
            <a:off x="337600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70C9F81A-68CB-7858-4FAA-0C4F4BE21674}"/>
              </a:ext>
            </a:extLst>
          </p:cNvPr>
          <p:cNvSpPr txBox="1"/>
          <p:nvPr/>
        </p:nvSpPr>
        <p:spPr>
          <a:xfrm>
            <a:off x="548019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BUSINESS CONTEXT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CE06972-C6EC-1059-612C-E33A51CC1C7A}"/>
              </a:ext>
            </a:extLst>
          </p:cNvPr>
          <p:cNvSpPr/>
          <p:nvPr/>
        </p:nvSpPr>
        <p:spPr>
          <a:xfrm>
            <a:off x="2075006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DA26E7E2-C755-3FEC-8AAE-9B2CDAF1B31C}"/>
              </a:ext>
            </a:extLst>
          </p:cNvPr>
          <p:cNvSpPr/>
          <p:nvPr/>
        </p:nvSpPr>
        <p:spPr>
          <a:xfrm>
            <a:off x="2075006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39B20F99-D152-8469-EDAA-A1F2E5446A14}"/>
              </a:ext>
            </a:extLst>
          </p:cNvPr>
          <p:cNvSpPr txBox="1"/>
          <p:nvPr/>
        </p:nvSpPr>
        <p:spPr>
          <a:xfrm>
            <a:off x="2285425" y="96569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GOAL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C81000E2-8632-8891-3C65-8E853B5E1918}"/>
              </a:ext>
            </a:extLst>
          </p:cNvPr>
          <p:cNvSpPr txBox="1"/>
          <p:nvPr/>
        </p:nvSpPr>
        <p:spPr>
          <a:xfrm>
            <a:off x="2285425" y="2349869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STAKEHOLDERS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A563742D-DC25-811A-056F-2BEDDDAB4C7F}"/>
              </a:ext>
            </a:extLst>
          </p:cNvPr>
          <p:cNvSpPr/>
          <p:nvPr/>
        </p:nvSpPr>
        <p:spPr>
          <a:xfrm>
            <a:off x="3812492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72E4A37B-0ED9-8D99-86BB-E5B3BE0B7046}"/>
              </a:ext>
            </a:extLst>
          </p:cNvPr>
          <p:cNvSpPr txBox="1"/>
          <p:nvPr/>
        </p:nvSpPr>
        <p:spPr>
          <a:xfrm>
            <a:off x="4022911" y="965698"/>
            <a:ext cx="12468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REASONING FLOW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F50CFC55-D04A-BF50-5937-F84BEADBBA92}"/>
              </a:ext>
            </a:extLst>
          </p:cNvPr>
          <p:cNvSpPr/>
          <p:nvPr/>
        </p:nvSpPr>
        <p:spPr>
          <a:xfrm>
            <a:off x="5549979" y="871125"/>
            <a:ext cx="1667644" cy="1276600"/>
          </a:xfrm>
          <a:custGeom>
            <a:avLst/>
            <a:gdLst/>
            <a:ahLst/>
            <a:cxnLst/>
            <a:rect l="l" t="t" r="r" b="b"/>
            <a:pathLst>
              <a:path w="1184827" h="949145" extrusionOk="0">
                <a:moveTo>
                  <a:pt x="0" y="0"/>
                </a:moveTo>
                <a:lnTo>
                  <a:pt x="1184827" y="0"/>
                </a:lnTo>
                <a:lnTo>
                  <a:pt x="1184827" y="949145"/>
                </a:lnTo>
                <a:lnTo>
                  <a:pt x="0" y="94914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4F3AD7A7-AD91-273C-FCD2-D864EE9E8880}"/>
              </a:ext>
            </a:extLst>
          </p:cNvPr>
          <p:cNvSpPr txBox="1"/>
          <p:nvPr/>
        </p:nvSpPr>
        <p:spPr>
          <a:xfrm>
            <a:off x="5624525" y="954263"/>
            <a:ext cx="15186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AGENT ACTIONS</a:t>
            </a:r>
            <a:endParaRPr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77F8E23D-17FF-ED2F-7172-57F368C4489B}"/>
              </a:ext>
            </a:extLst>
          </p:cNvPr>
          <p:cNvSpPr/>
          <p:nvPr/>
        </p:nvSpPr>
        <p:spPr>
          <a:xfrm>
            <a:off x="5549979" y="2222721"/>
            <a:ext cx="1667644" cy="1302530"/>
          </a:xfrm>
          <a:custGeom>
            <a:avLst/>
            <a:gdLst/>
            <a:ahLst/>
            <a:cxnLst/>
            <a:rect l="l" t="t" r="r" b="b"/>
            <a:pathLst>
              <a:path w="1184827" h="968424" extrusionOk="0">
                <a:moveTo>
                  <a:pt x="0" y="0"/>
                </a:moveTo>
                <a:lnTo>
                  <a:pt x="1184827" y="0"/>
                </a:lnTo>
                <a:lnTo>
                  <a:pt x="1184827" y="968424"/>
                </a:lnTo>
                <a:lnTo>
                  <a:pt x="0" y="96842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7A5DAC34-E72E-EB9F-9E25-C55743F20443}"/>
              </a:ext>
            </a:extLst>
          </p:cNvPr>
          <p:cNvSpPr txBox="1"/>
          <p:nvPr/>
        </p:nvSpPr>
        <p:spPr>
          <a:xfrm>
            <a:off x="5760398" y="2349869"/>
            <a:ext cx="12468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RISK &amp; </a:t>
            </a:r>
            <a:r>
              <a:rPr lang="en" sz="900" b="1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GOVERNANCE</a:t>
            </a:r>
            <a:endParaRPr lang="en" sz="900">
              <a:latin typeface="Arial" panose="020B0604020202020204" pitchFamily="34" charset="0"/>
              <a:ea typeface="IBM Plex Mono"/>
              <a:cs typeface="Arial" panose="020B0604020202020204" pitchFamily="34" charset="0"/>
              <a:sym typeface="IBM Plex Mono"/>
            </a:endParaRP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4C8CFBE3-8EC3-9344-A0F0-027D9F4F6E0F}"/>
              </a:ext>
            </a:extLst>
          </p:cNvPr>
          <p:cNvSpPr/>
          <p:nvPr/>
        </p:nvSpPr>
        <p:spPr>
          <a:xfrm>
            <a:off x="7287465" y="871125"/>
            <a:ext cx="1667644" cy="2655403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C78F4760-6107-FEE0-FEFF-E108E7778330}"/>
              </a:ext>
            </a:extLst>
          </p:cNvPr>
          <p:cNvSpPr txBox="1"/>
          <p:nvPr/>
        </p:nvSpPr>
        <p:spPr>
          <a:xfrm>
            <a:off x="7497884" y="954268"/>
            <a:ext cx="12468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KNOWLEDGE (RAG)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FD9613FA-7099-2D86-2F2F-63DCD48AADFF}"/>
              </a:ext>
            </a:extLst>
          </p:cNvPr>
          <p:cNvSpPr/>
          <p:nvPr/>
        </p:nvSpPr>
        <p:spPr>
          <a:xfrm>
            <a:off x="337600" y="3600223"/>
            <a:ext cx="4250218" cy="1378595"/>
          </a:xfrm>
          <a:custGeom>
            <a:avLst/>
            <a:gdLst/>
            <a:ahLst/>
            <a:cxnLst/>
            <a:rect l="l" t="t" r="r" b="b"/>
            <a:pathLst>
              <a:path w="3019693" h="1024978" extrusionOk="0">
                <a:moveTo>
                  <a:pt x="0" y="0"/>
                </a:moveTo>
                <a:lnTo>
                  <a:pt x="3019693" y="0"/>
                </a:lnTo>
                <a:lnTo>
                  <a:pt x="3019693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69" name="Google Shape;69;p13">
            <a:extLst>
              <a:ext uri="{FF2B5EF4-FFF2-40B4-BE49-F238E27FC236}">
                <a16:creationId xmlns:a16="http://schemas.microsoft.com/office/drawing/2014/main" id="{04BA18CD-1200-0349-342B-C225FB415802}"/>
              </a:ext>
            </a:extLst>
          </p:cNvPr>
          <p:cNvSpPr txBox="1"/>
          <p:nvPr/>
        </p:nvSpPr>
        <p:spPr>
          <a:xfrm>
            <a:off x="461605" y="3688374"/>
            <a:ext cx="16713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" sz="900" b="1">
                <a:solidFill>
                  <a:srgbClr val="010101"/>
                </a:solidFill>
                <a:latin typeface="Arial" panose="020B0604020202020204" pitchFamily="34" charset="0"/>
                <a:cs typeface="Arial" panose="020B0604020202020204" pitchFamily="34" charset="0"/>
                <a:sym typeface="IBM Plex Mono"/>
              </a:rPr>
              <a:t>COST AND FEASIBILITY</a:t>
            </a:r>
            <a:endParaRPr lang="e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Google Shape;70;p13">
            <a:extLst>
              <a:ext uri="{FF2B5EF4-FFF2-40B4-BE49-F238E27FC236}">
                <a16:creationId xmlns:a16="http://schemas.microsoft.com/office/drawing/2014/main" id="{645FB56F-74F1-E9ED-60BC-32F1FD8472EF}"/>
              </a:ext>
            </a:extLst>
          </p:cNvPr>
          <p:cNvSpPr/>
          <p:nvPr/>
        </p:nvSpPr>
        <p:spPr>
          <a:xfrm>
            <a:off x="4646316" y="3600223"/>
            <a:ext cx="4308790" cy="1378595"/>
          </a:xfrm>
          <a:custGeom>
            <a:avLst/>
            <a:gdLst/>
            <a:ahLst/>
            <a:cxnLst/>
            <a:rect l="l" t="t" r="r" b="b"/>
            <a:pathLst>
              <a:path w="3061307" h="1024978" extrusionOk="0">
                <a:moveTo>
                  <a:pt x="0" y="0"/>
                </a:moveTo>
                <a:lnTo>
                  <a:pt x="3061307" y="0"/>
                </a:lnTo>
                <a:lnTo>
                  <a:pt x="3061307" y="1024978"/>
                </a:lnTo>
                <a:lnTo>
                  <a:pt x="0" y="102497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9D4418F7-E021-8F14-EE38-AA550407192A}"/>
              </a:ext>
            </a:extLst>
          </p:cNvPr>
          <p:cNvSpPr txBox="1"/>
          <p:nvPr/>
        </p:nvSpPr>
        <p:spPr>
          <a:xfrm>
            <a:off x="4736237" y="3688374"/>
            <a:ext cx="1671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>
                <a:solidFill>
                  <a:srgbClr val="010101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BUSINESS IMPACT &amp; KPIS</a:t>
            </a:r>
            <a:endParaRPr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8FFB5078-9B6D-859D-62E5-2C0D2C1CDC2A}"/>
              </a:ext>
            </a:extLst>
          </p:cNvPr>
          <p:cNvSpPr txBox="1"/>
          <p:nvPr/>
        </p:nvSpPr>
        <p:spPr>
          <a:xfrm>
            <a:off x="460415" y="1188697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AD691699-C95F-039E-D4DA-53BA5002010E}"/>
              </a:ext>
            </a:extLst>
          </p:cNvPr>
          <p:cNvSpPr txBox="1"/>
          <p:nvPr/>
        </p:nvSpPr>
        <p:spPr>
          <a:xfrm>
            <a:off x="2158569" y="115009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C1A897B8-3C78-2F7C-B0ED-676E5E4F929D}"/>
              </a:ext>
            </a:extLst>
          </p:cNvPr>
          <p:cNvSpPr txBox="1"/>
          <p:nvPr/>
        </p:nvSpPr>
        <p:spPr>
          <a:xfrm>
            <a:off x="2149594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0703021C-2A56-80C1-9519-A5B1AB18F157}"/>
              </a:ext>
            </a:extLst>
          </p:cNvPr>
          <p:cNvSpPr txBox="1"/>
          <p:nvPr/>
        </p:nvSpPr>
        <p:spPr>
          <a:xfrm>
            <a:off x="3887048" y="1150097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>
            <a:extLst>
              <a:ext uri="{FF2B5EF4-FFF2-40B4-BE49-F238E27FC236}">
                <a16:creationId xmlns:a16="http://schemas.microsoft.com/office/drawing/2014/main" id="{E441B9EF-097E-342F-A2E1-17289FC16B49}"/>
              </a:ext>
            </a:extLst>
          </p:cNvPr>
          <p:cNvSpPr txBox="1"/>
          <p:nvPr/>
        </p:nvSpPr>
        <p:spPr>
          <a:xfrm>
            <a:off x="5624525" y="115005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>
            <a:extLst>
              <a:ext uri="{FF2B5EF4-FFF2-40B4-BE49-F238E27FC236}">
                <a16:creationId xmlns:a16="http://schemas.microsoft.com/office/drawing/2014/main" id="{8B7BD32C-DA29-FF41-6679-F07B13EE4F20}"/>
              </a:ext>
            </a:extLst>
          </p:cNvPr>
          <p:cNvSpPr txBox="1"/>
          <p:nvPr/>
        </p:nvSpPr>
        <p:spPr>
          <a:xfrm>
            <a:off x="5624529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582FD67A-19C5-414F-7096-D772D1523D42}"/>
              </a:ext>
            </a:extLst>
          </p:cNvPr>
          <p:cNvSpPr txBox="1"/>
          <p:nvPr/>
        </p:nvSpPr>
        <p:spPr>
          <a:xfrm>
            <a:off x="7362009" y="1150097"/>
            <a:ext cx="15186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28652083-0BAA-68F0-3258-142C6C9DC6CF}"/>
              </a:ext>
            </a:extLst>
          </p:cNvPr>
          <p:cNvSpPr txBox="1"/>
          <p:nvPr/>
        </p:nvSpPr>
        <p:spPr>
          <a:xfrm>
            <a:off x="433940" y="3882164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BFA967C5-AA22-FBF0-9364-1BF13CF8F7C0}"/>
              </a:ext>
            </a:extLst>
          </p:cNvPr>
          <p:cNvSpPr txBox="1"/>
          <p:nvPr/>
        </p:nvSpPr>
        <p:spPr>
          <a:xfrm>
            <a:off x="4720865" y="3934739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2;p13">
            <a:extLst>
              <a:ext uri="{FF2B5EF4-FFF2-40B4-BE49-F238E27FC236}">
                <a16:creationId xmlns:a16="http://schemas.microsoft.com/office/drawing/2014/main" id="{4BAA6EEB-7655-7E30-0FB5-6E8C617A8879}"/>
              </a:ext>
            </a:extLst>
          </p:cNvPr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AGENT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8" name="Google Shape;84;p13">
            <a:extLst>
              <a:ext uri="{FF2B5EF4-FFF2-40B4-BE49-F238E27FC236}">
                <a16:creationId xmlns:a16="http://schemas.microsoft.com/office/drawing/2014/main" id="{90B2C278-1F9D-71F6-C8A2-A074492EBF2C}"/>
              </a:ext>
            </a:extLst>
          </p:cNvPr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………Sample………………………………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oogle Shape;85;p13">
            <a:extLst>
              <a:ext uri="{FF2B5EF4-FFF2-40B4-BE49-F238E27FC236}">
                <a16:creationId xmlns:a16="http://schemas.microsoft.com/office/drawing/2014/main" id="{7C0BBB57-DDBC-D9AA-70FF-3F25FCCA8F06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10" name="Google Shape;86;p13">
              <a:extLst>
                <a:ext uri="{FF2B5EF4-FFF2-40B4-BE49-F238E27FC236}">
                  <a16:creationId xmlns:a16="http://schemas.microsoft.com/office/drawing/2014/main" id="{A102C475-E751-ABB5-499A-599742D7FC0F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</a:t>
              </a:r>
              <a:r>
                <a:rPr lang="en" sz="1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Employee productivity</a:t>
              </a:r>
              <a:endParaRPr sz="10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87;p13">
              <a:extLst>
                <a:ext uri="{FF2B5EF4-FFF2-40B4-BE49-F238E27FC236}">
                  <a16:creationId xmlns:a16="http://schemas.microsoft.com/office/drawing/2014/main" id="{3A31973F-1B58-230D-8C78-040B752F23C3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8;p13">
              <a:extLst>
                <a:ext uri="{FF2B5EF4-FFF2-40B4-BE49-F238E27FC236}">
                  <a16:creationId xmlns:a16="http://schemas.microsoft.com/office/drawing/2014/main" id="{8C4DE2C4-ABB9-B491-4A40-773D58B7FA69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9;p13">
              <a:extLst>
                <a:ext uri="{FF2B5EF4-FFF2-40B4-BE49-F238E27FC236}">
                  <a16:creationId xmlns:a16="http://schemas.microsoft.com/office/drawing/2014/main" id="{CE3473EA-932B-5C62-3962-709D229DB2AD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73;p13">
            <a:extLst>
              <a:ext uri="{FF2B5EF4-FFF2-40B4-BE49-F238E27FC236}">
                <a16:creationId xmlns:a16="http://schemas.microsoft.com/office/drawing/2014/main" id="{2373076A-34AA-2105-3EE3-45DCA64E509F}"/>
              </a:ext>
            </a:extLst>
          </p:cNvPr>
          <p:cNvSpPr txBox="1"/>
          <p:nvPr/>
        </p:nvSpPr>
        <p:spPr>
          <a:xfrm>
            <a:off x="460415" y="1175123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Problem: Finance team spends 3 days/month manually compiling reports from Excel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Current Workflow: Analyst collects data → copies to Word → formats → emails to managers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Pain Points: Repetitive, error-prone, delays in delivery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Stakeholders: Finance Manager, Analysts, CFO</a:t>
            </a:r>
          </a:p>
        </p:txBody>
      </p:sp>
      <p:sp>
        <p:nvSpPr>
          <p:cNvPr id="19" name="Google Shape;74;p13">
            <a:extLst>
              <a:ext uri="{FF2B5EF4-FFF2-40B4-BE49-F238E27FC236}">
                <a16:creationId xmlns:a16="http://schemas.microsoft.com/office/drawing/2014/main" id="{75810DAE-151D-D54A-5455-2840BF6CAAE0}"/>
              </a:ext>
            </a:extLst>
          </p:cNvPr>
          <p:cNvSpPr txBox="1"/>
          <p:nvPr/>
        </p:nvSpPr>
        <p:spPr>
          <a:xfrm>
            <a:off x="2158569" y="1143441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Job: Assist finance team in generating + sending monthly reports automatically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Task replaced: Manual data compilation and report formatting</a:t>
            </a:r>
          </a:p>
        </p:txBody>
      </p:sp>
      <p:sp>
        <p:nvSpPr>
          <p:cNvPr id="20" name="Google Shape;75;p13">
            <a:extLst>
              <a:ext uri="{FF2B5EF4-FFF2-40B4-BE49-F238E27FC236}">
                <a16:creationId xmlns:a16="http://schemas.microsoft.com/office/drawing/2014/main" id="{54E06083-AA2F-38C4-D59C-4E5262A8E9FF}"/>
              </a:ext>
            </a:extLst>
          </p:cNvPr>
          <p:cNvSpPr txBox="1"/>
          <p:nvPr/>
        </p:nvSpPr>
        <p:spPr>
          <a:xfrm>
            <a:off x="2160906" y="259590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Finance Manager (approver)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Analysts (end users)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IT (support)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CFO (sponsor)</a:t>
            </a:r>
          </a:p>
        </p:txBody>
      </p:sp>
      <p:sp>
        <p:nvSpPr>
          <p:cNvPr id="21" name="Google Shape;76;p13">
            <a:extLst>
              <a:ext uri="{FF2B5EF4-FFF2-40B4-BE49-F238E27FC236}">
                <a16:creationId xmlns:a16="http://schemas.microsoft.com/office/drawing/2014/main" id="{EB2B108E-B3C4-F918-71D6-0CCC427D056B}"/>
              </a:ext>
            </a:extLst>
          </p:cNvPr>
          <p:cNvSpPr txBox="1"/>
          <p:nvPr/>
        </p:nvSpPr>
        <p:spPr>
          <a:xfrm>
            <a:off x="3898360" y="1242779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User intents: “Generate monthly report”, “Show Q1 summary”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Decision logic: Check data → Summarize → Ask user to confirm → Send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Clarification: “Which month?”, “Include department breakdown?”</a:t>
            </a:r>
          </a:p>
        </p:txBody>
      </p:sp>
      <p:sp>
        <p:nvSpPr>
          <p:cNvPr id="22" name="Google Shape;77;p13">
            <a:extLst>
              <a:ext uri="{FF2B5EF4-FFF2-40B4-BE49-F238E27FC236}">
                <a16:creationId xmlns:a16="http://schemas.microsoft.com/office/drawing/2014/main" id="{EE63E043-C328-F2EC-9746-26317172CA80}"/>
              </a:ext>
            </a:extLst>
          </p:cNvPr>
          <p:cNvSpPr txBox="1"/>
          <p:nvPr/>
        </p:nvSpPr>
        <p:spPr>
          <a:xfrm>
            <a:off x="5635837" y="1242732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Send email with report (Power Automate)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Update SharePoint with report status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Create approval request for manager sign-off</a:t>
            </a:r>
          </a:p>
        </p:txBody>
      </p:sp>
      <p:sp>
        <p:nvSpPr>
          <p:cNvPr id="23" name="Google Shape;78;p13">
            <a:extLst>
              <a:ext uri="{FF2B5EF4-FFF2-40B4-BE49-F238E27FC236}">
                <a16:creationId xmlns:a16="http://schemas.microsoft.com/office/drawing/2014/main" id="{1445D97A-1796-53D6-D375-CE7372FF2986}"/>
              </a:ext>
            </a:extLst>
          </p:cNvPr>
          <p:cNvSpPr txBox="1"/>
          <p:nvPr/>
        </p:nvSpPr>
        <p:spPr>
          <a:xfrm>
            <a:off x="5635841" y="259590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AI should NOT send reports without user confirmation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Approval checkpoint before external distribution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Financial data is confidential → internal only</a:t>
            </a:r>
          </a:p>
        </p:txBody>
      </p:sp>
      <p:sp>
        <p:nvSpPr>
          <p:cNvPr id="24" name="Google Shape;79;p13">
            <a:extLst>
              <a:ext uri="{FF2B5EF4-FFF2-40B4-BE49-F238E27FC236}">
                <a16:creationId xmlns:a16="http://schemas.microsoft.com/office/drawing/2014/main" id="{4076DAE3-AD7D-2068-72F2-F776E74BC024}"/>
              </a:ext>
            </a:extLst>
          </p:cNvPr>
          <p:cNvSpPr txBox="1"/>
          <p:nvPr/>
        </p:nvSpPr>
        <p:spPr>
          <a:xfrm>
            <a:off x="7373321" y="1242779"/>
            <a:ext cx="15186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Data source: Monthly Excel files on SharePoint</a:t>
            </a:r>
            <a:endParaRPr lang="en" sz="9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Owner: Finance team uploads </a:t>
            </a: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by</a:t>
            </a: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5th of each month</a:t>
            </a:r>
            <a:endParaRPr lang="en" sz="9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Quality: Structured, consistent format, validated by team</a:t>
            </a:r>
          </a:p>
        </p:txBody>
      </p:sp>
      <p:sp>
        <p:nvSpPr>
          <p:cNvPr id="25" name="Google Shape;80;p13">
            <a:extLst>
              <a:ext uri="{FF2B5EF4-FFF2-40B4-BE49-F238E27FC236}">
                <a16:creationId xmlns:a16="http://schemas.microsoft.com/office/drawing/2014/main" id="{C791C5CD-4009-A146-6E47-4F7BE29F644D}"/>
              </a:ext>
            </a:extLst>
          </p:cNvPr>
          <p:cNvSpPr txBox="1"/>
          <p:nvPr/>
        </p:nvSpPr>
        <p:spPr>
          <a:xfrm>
            <a:off x="445252" y="3974846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>
              <a:spcBef>
                <a:spcPts val="100"/>
              </a:spcBef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Dev effort: ~2 weeks (Power Automate + SharePoint integration)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>
              <a:spcBef>
                <a:spcPts val="100"/>
              </a:spcBef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Licensing: Existing M365 E3 covers Power Automate + AI Builder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>
              <a:spcBef>
                <a:spcPts val="100"/>
              </a:spcBef>
            </a:pPr>
            <a:r>
              <a:rPr lang="en" sz="10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Feasibility: High — structured data, clear workflow, proven tools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>
              <a:spcBef>
                <a:spcPts val="100"/>
              </a:spcBef>
            </a:pPr>
            <a:endParaRPr lang="en" sz="10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81;p13">
            <a:extLst>
              <a:ext uri="{FF2B5EF4-FFF2-40B4-BE49-F238E27FC236}">
                <a16:creationId xmlns:a16="http://schemas.microsoft.com/office/drawing/2014/main" id="{B9D4DF7F-EE35-3451-98CB-5B7ACF64761E}"/>
              </a:ext>
            </a:extLst>
          </p:cNvPr>
          <p:cNvSpPr txBox="1"/>
          <p:nvPr/>
        </p:nvSpPr>
        <p:spPr>
          <a:xfrm>
            <a:off x="4732177" y="4027421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KPI: Report delivery time reduced from 3 days to 2 hours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Time saved: ~24 hours/month per analyst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Error reduction: Eliminate manual copy-paste errors</a:t>
            </a: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Agent Level: Task Automation (Level 3)</a:t>
            </a:r>
          </a:p>
        </p:txBody>
      </p:sp>
    </p:spTree>
    <p:extLst>
      <p:ext uri="{BB962C8B-B14F-4D97-AF65-F5344CB8AC3E}">
        <p14:creationId xmlns:p14="http://schemas.microsoft.com/office/powerpoint/2010/main" val="367947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0C2B48AC-E87A-852E-F7CF-17D627B5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565C32B-9FF7-9436-0EC2-30DD6A3D77D7}"/>
              </a:ext>
            </a:extLst>
          </p:cNvPr>
          <p:cNvSpPr/>
          <p:nvPr/>
        </p:nvSpPr>
        <p:spPr>
          <a:xfrm>
            <a:off x="337600" y="871125"/>
            <a:ext cx="8547184" cy="4004251"/>
          </a:xfrm>
          <a:custGeom>
            <a:avLst/>
            <a:gdLst/>
            <a:ahLst/>
            <a:cxnLst/>
            <a:rect l="l" t="t" r="r" b="b"/>
            <a:pathLst>
              <a:path w="1184827" h="1974277" extrusionOk="0">
                <a:moveTo>
                  <a:pt x="0" y="0"/>
                </a:moveTo>
                <a:lnTo>
                  <a:pt x="1184827" y="0"/>
                </a:lnTo>
                <a:lnTo>
                  <a:pt x="1184827" y="1974277"/>
                </a:lnTo>
                <a:lnTo>
                  <a:pt x="0" y="197427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TH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227029F1-D51E-E36D-7562-70A18D0C691A}"/>
              </a:ext>
            </a:extLst>
          </p:cNvPr>
          <p:cNvSpPr txBox="1"/>
          <p:nvPr/>
        </p:nvSpPr>
        <p:spPr>
          <a:xfrm>
            <a:off x="434261" y="995518"/>
            <a:ext cx="18183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" sz="900" b="1" dirty="0">
                <a:solidFill>
                  <a:srgbClr val="010101"/>
                </a:solidFill>
                <a:latin typeface="Arial" panose="020B0604020202020204" pitchFamily="34" charset="0"/>
                <a:cs typeface="Arial" panose="020B0604020202020204" pitchFamily="34" charset="0"/>
                <a:sym typeface="IBM Plex Mono"/>
              </a:rPr>
              <a:t>WORKFLOW (AS-IS/TO-BE)</a:t>
            </a:r>
            <a:endParaRPr lang="en" sz="900" b="1" dirty="0">
              <a:solidFill>
                <a:srgbClr val="0101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E2A97C00-7CEA-F4C9-0C92-7653CA5DACA7}"/>
              </a:ext>
            </a:extLst>
          </p:cNvPr>
          <p:cNvSpPr txBox="1"/>
          <p:nvPr/>
        </p:nvSpPr>
        <p:spPr>
          <a:xfrm>
            <a:off x="460415" y="1188697"/>
            <a:ext cx="14658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00A3CD21-018E-0148-0B05-D7075565EFA0}"/>
              </a:ext>
            </a:extLst>
          </p:cNvPr>
          <p:cNvSpPr txBox="1"/>
          <p:nvPr/>
        </p:nvSpPr>
        <p:spPr>
          <a:xfrm>
            <a:off x="2158569" y="1150097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C87E039E-8E5A-40DD-3E2C-9863D5D96EF4}"/>
              </a:ext>
            </a:extLst>
          </p:cNvPr>
          <p:cNvSpPr txBox="1"/>
          <p:nvPr/>
        </p:nvSpPr>
        <p:spPr>
          <a:xfrm>
            <a:off x="2149594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B245F852-42FC-A88B-FD5F-CE7FCECD6C60}"/>
              </a:ext>
            </a:extLst>
          </p:cNvPr>
          <p:cNvSpPr txBox="1"/>
          <p:nvPr/>
        </p:nvSpPr>
        <p:spPr>
          <a:xfrm>
            <a:off x="3887048" y="1150097"/>
            <a:ext cx="15186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>
            <a:extLst>
              <a:ext uri="{FF2B5EF4-FFF2-40B4-BE49-F238E27FC236}">
                <a16:creationId xmlns:a16="http://schemas.microsoft.com/office/drawing/2014/main" id="{5B6BF00A-035A-FB50-B06B-9546D477DBA2}"/>
              </a:ext>
            </a:extLst>
          </p:cNvPr>
          <p:cNvSpPr txBox="1"/>
          <p:nvPr/>
        </p:nvSpPr>
        <p:spPr>
          <a:xfrm>
            <a:off x="5624525" y="1150050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>
            <a:extLst>
              <a:ext uri="{FF2B5EF4-FFF2-40B4-BE49-F238E27FC236}">
                <a16:creationId xmlns:a16="http://schemas.microsoft.com/office/drawing/2014/main" id="{D6A97783-928C-9C78-64E9-6330C5D3FD4A}"/>
              </a:ext>
            </a:extLst>
          </p:cNvPr>
          <p:cNvSpPr txBox="1"/>
          <p:nvPr/>
        </p:nvSpPr>
        <p:spPr>
          <a:xfrm>
            <a:off x="5624529" y="2503225"/>
            <a:ext cx="1518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E228F925-0570-4993-1A93-01CA809AF3F9}"/>
              </a:ext>
            </a:extLst>
          </p:cNvPr>
          <p:cNvSpPr txBox="1"/>
          <p:nvPr/>
        </p:nvSpPr>
        <p:spPr>
          <a:xfrm>
            <a:off x="7362009" y="1150097"/>
            <a:ext cx="15186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7F3FEEDD-5C3E-0FEA-3183-7AFA72FC40F6}"/>
              </a:ext>
            </a:extLst>
          </p:cNvPr>
          <p:cNvSpPr txBox="1"/>
          <p:nvPr/>
        </p:nvSpPr>
        <p:spPr>
          <a:xfrm>
            <a:off x="433940" y="3882164"/>
            <a:ext cx="41001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F1AFB63C-CE26-FBD9-15FD-3C3A058C6F76}"/>
              </a:ext>
            </a:extLst>
          </p:cNvPr>
          <p:cNvSpPr txBox="1"/>
          <p:nvPr/>
        </p:nvSpPr>
        <p:spPr>
          <a:xfrm>
            <a:off x="4720865" y="3934739"/>
            <a:ext cx="4100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2;p13">
            <a:extLst>
              <a:ext uri="{FF2B5EF4-FFF2-40B4-BE49-F238E27FC236}">
                <a16:creationId xmlns:a16="http://schemas.microsoft.com/office/drawing/2014/main" id="{5785EA22-EA75-1164-879C-72D06883E4B9}"/>
              </a:ext>
            </a:extLst>
          </p:cNvPr>
          <p:cNvSpPr txBox="1"/>
          <p:nvPr/>
        </p:nvSpPr>
        <p:spPr>
          <a:xfrm>
            <a:off x="337588" y="105072"/>
            <a:ext cx="2334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none" strike="noStrike" cap="none" dirty="0">
                <a:solidFill>
                  <a:schemeClr val="dk1"/>
                </a:solidFill>
                <a:latin typeface="SUKHUMVITSET-SEMIBOLD" panose="02000506000000020004" pitchFamily="2" charset="-34"/>
                <a:ea typeface="IBM Plex Mono"/>
                <a:cs typeface="SUKHUMVITSET-SEMIBOLD" panose="02000506000000020004" pitchFamily="2" charset="-34"/>
                <a:sym typeface="IBM Plex Mono"/>
              </a:rPr>
              <a:t>AI AGENT CANVAS</a:t>
            </a:r>
            <a:endParaRPr sz="900" b="1" dirty="0">
              <a:solidFill>
                <a:schemeClr val="dk1"/>
              </a:solidFill>
              <a:latin typeface="SUKHUMVITSET-SEMIBOLD" panose="02000506000000020004" pitchFamily="2" charset="-34"/>
              <a:cs typeface="SUKHUMVITSET-SEMIBOLD" panose="02000506000000020004" pitchFamily="2" charset="-34"/>
            </a:endParaRPr>
          </a:p>
        </p:txBody>
      </p:sp>
      <p:sp>
        <p:nvSpPr>
          <p:cNvPr id="3" name="Google Shape;84;p13">
            <a:extLst>
              <a:ext uri="{FF2B5EF4-FFF2-40B4-BE49-F238E27FC236}">
                <a16:creationId xmlns:a16="http://schemas.microsoft.com/office/drawing/2014/main" id="{5EBCFBEE-48EC-89C2-5BDE-454BEBB5F73B}"/>
              </a:ext>
            </a:extLst>
          </p:cNvPr>
          <p:cNvSpPr txBox="1"/>
          <p:nvPr/>
        </p:nvSpPr>
        <p:spPr>
          <a:xfrm>
            <a:off x="327644" y="474798"/>
            <a:ext cx="4250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Calibri"/>
                <a:ea typeface="Calibri"/>
                <a:cs typeface="Calibri"/>
                <a:sym typeface="Calibri"/>
              </a:rPr>
              <a:t>Name:</a:t>
            </a:r>
            <a:r>
              <a:rPr lang="en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……………………………………………………………………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" name="Google Shape;85;p13">
            <a:extLst>
              <a:ext uri="{FF2B5EF4-FFF2-40B4-BE49-F238E27FC236}">
                <a16:creationId xmlns:a16="http://schemas.microsoft.com/office/drawing/2014/main" id="{8FABAD11-5ECB-8B51-19DD-4C0E60D1F7FE}"/>
              </a:ext>
            </a:extLst>
          </p:cNvPr>
          <p:cNvGrpSpPr/>
          <p:nvPr/>
        </p:nvGrpSpPr>
        <p:grpSpPr>
          <a:xfrm>
            <a:off x="3424592" y="181583"/>
            <a:ext cx="5530514" cy="430887"/>
            <a:chOff x="4903532" y="377038"/>
            <a:chExt cx="4250100" cy="430887"/>
          </a:xfrm>
        </p:grpSpPr>
        <p:sp>
          <p:nvSpPr>
            <p:cNvPr id="14" name="Google Shape;86;p13">
              <a:extLst>
                <a:ext uri="{FF2B5EF4-FFF2-40B4-BE49-F238E27FC236}">
                  <a16:creationId xmlns:a16="http://schemas.microsoft.com/office/drawing/2014/main" id="{24816ABE-DC3C-2F4F-7201-3B9701511810}"/>
                </a:ext>
              </a:extLst>
            </p:cNvPr>
            <p:cNvSpPr txBox="1"/>
            <p:nvPr/>
          </p:nvSpPr>
          <p:spPr>
            <a:xfrm>
              <a:off x="4903532" y="377038"/>
              <a:ext cx="42501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lang="en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Benefit:            Reshaping business process           Customer Engagement            Employee productivity</a:t>
              </a:r>
              <a:endParaRPr sz="10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87;p13">
              <a:extLst>
                <a:ext uri="{FF2B5EF4-FFF2-40B4-BE49-F238E27FC236}">
                  <a16:creationId xmlns:a16="http://schemas.microsoft.com/office/drawing/2014/main" id="{4480637E-8066-50A7-D6D8-40E2A6E376B6}"/>
                </a:ext>
              </a:extLst>
            </p:cNvPr>
            <p:cNvSpPr/>
            <p:nvPr/>
          </p:nvSpPr>
          <p:spPr>
            <a:xfrm>
              <a:off x="5402776" y="637152"/>
              <a:ext cx="124417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8;p13">
              <a:extLst>
                <a:ext uri="{FF2B5EF4-FFF2-40B4-BE49-F238E27FC236}">
                  <a16:creationId xmlns:a16="http://schemas.microsoft.com/office/drawing/2014/main" id="{48CEAF28-58B4-9DD8-89D5-57802A11BC23}"/>
                </a:ext>
              </a:extLst>
            </p:cNvPr>
            <p:cNvSpPr/>
            <p:nvPr/>
          </p:nvSpPr>
          <p:spPr>
            <a:xfrm>
              <a:off x="6749352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9;p13">
              <a:extLst>
                <a:ext uri="{FF2B5EF4-FFF2-40B4-BE49-F238E27FC236}">
                  <a16:creationId xmlns:a16="http://schemas.microsoft.com/office/drawing/2014/main" id="{043F2A74-8636-9B7B-410E-9FCA3EA87BEE}"/>
                </a:ext>
              </a:extLst>
            </p:cNvPr>
            <p:cNvSpPr/>
            <p:nvPr/>
          </p:nvSpPr>
          <p:spPr>
            <a:xfrm>
              <a:off x="7894457" y="637152"/>
              <a:ext cx="131100" cy="13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9651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47EF-9227-C148-057B-B6E173E2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urrent manual workflow process diagram">
            <a:extLst>
              <a:ext uri="{FF2B5EF4-FFF2-40B4-BE49-F238E27FC236}">
                <a16:creationId xmlns:a16="http://schemas.microsoft.com/office/drawing/2014/main" id="{85946749-B340-7767-68D4-F3C7A3FD8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5FC0F-A59F-96F2-D0FF-3E03F02E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0947"/>
            <a:ext cx="7772400" cy="43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1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0AAAD5-E929-BA8B-3B97-FD24A431E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6924"/>
            <a:ext cx="7772400" cy="43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8122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579</Words>
  <Application>Microsoft Macintosh PowerPoint</Application>
  <PresentationFormat>On-screen Show (16:9)</PresentationFormat>
  <Paragraphs>106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SUKHUMVITSET-SEMIBOLD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Teerasej Jiraphatchandej</cp:lastModifiedBy>
  <cp:revision>89</cp:revision>
  <dcterms:modified xsi:type="dcterms:W3CDTF">2026-07-18T05:28:31Z</dcterms:modified>
</cp:coreProperties>
</file>