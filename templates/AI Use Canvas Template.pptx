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147483642" r:id="rId4"/>
    <p:sldId id="258" r:id="rId5"/>
  </p:sldIdLst>
  <p:sldSz cx="9144000" cy="5143500" type="screen16x9"/>
  <p:notesSz cx="6858000" cy="9144000"/>
  <p:embeddedFontLst>
    <p:embeddedFont>
      <p:font typeface="SUKHUMVITSET-SEMIBOLD" panose="02000506000000020004" pitchFamily="2" charset="-34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880E3-0819-424C-804B-94B92BADB337}" v="6" dt="2026-07-17T10:14:12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39" d="100"/>
          <a:sy n="139" d="100"/>
        </p:scale>
        <p:origin x="176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rasej Jiraphatchandej" userId="87bc5a43-48ce-4685-8e04-a71c869f30f3" providerId="ADAL" clId="{972CF88B-71F5-5320-AEAD-A7F07CF6C488}"/>
    <pc:docChg chg="undo custSel addSld delSld modSld">
      <pc:chgData name="Teerasej Jiraphatchandej" userId="87bc5a43-48ce-4685-8e04-a71c869f30f3" providerId="ADAL" clId="{972CF88B-71F5-5320-AEAD-A7F07CF6C488}" dt="2026-07-17T10:14:12.939" v="353"/>
      <pc:docMkLst>
        <pc:docMk/>
      </pc:docMkLst>
      <pc:sldChg chg="addSp delSp modSp mod">
        <pc:chgData name="Teerasej Jiraphatchandej" userId="87bc5a43-48ce-4685-8e04-a71c869f30f3" providerId="ADAL" clId="{972CF88B-71F5-5320-AEAD-A7F07CF6C488}" dt="2026-07-06T12:59:21.744" v="333"/>
        <pc:sldMkLst>
          <pc:docMk/>
          <pc:sldMk cId="0" sldId="256"/>
        </pc:sldMkLst>
        <pc:spChg chg="mod">
          <ac:chgData name="Teerasej Jiraphatchandej" userId="87bc5a43-48ce-4685-8e04-a71c869f30f3" providerId="ADAL" clId="{972CF88B-71F5-5320-AEAD-A7F07CF6C488}" dt="2026-07-06T12:59:21.744" v="333"/>
          <ac:spMkLst>
            <pc:docMk/>
            <pc:sldMk cId="0" sldId="256"/>
            <ac:spMk id="3" creationId="{49B6953D-8613-B9B7-265A-10AB85F550EB}"/>
          </ac:spMkLst>
        </pc:spChg>
        <pc:spChg chg="mod">
          <ac:chgData name="Teerasej Jiraphatchandej" userId="87bc5a43-48ce-4685-8e04-a71c869f30f3" providerId="ADAL" clId="{972CF88B-71F5-5320-AEAD-A7F07CF6C488}" dt="2026-07-06T12:59:21.744" v="333"/>
          <ac:spMkLst>
            <pc:docMk/>
            <pc:sldMk cId="0" sldId="256"/>
            <ac:spMk id="4" creationId="{4B11A47E-D1D1-5519-7E67-47F572C960E3}"/>
          </ac:spMkLst>
        </pc:spChg>
        <pc:spChg chg="mod">
          <ac:chgData name="Teerasej Jiraphatchandej" userId="87bc5a43-48ce-4685-8e04-a71c869f30f3" providerId="ADAL" clId="{972CF88B-71F5-5320-AEAD-A7F07CF6C488}" dt="2026-07-06T12:59:21.744" v="333"/>
          <ac:spMkLst>
            <pc:docMk/>
            <pc:sldMk cId="0" sldId="256"/>
            <ac:spMk id="5" creationId="{EAAEDD64-8CBE-9A93-AA8B-41E9B9427F7F}"/>
          </ac:spMkLst>
        </pc:spChg>
        <pc:spChg chg="mod">
          <ac:chgData name="Teerasej Jiraphatchandej" userId="87bc5a43-48ce-4685-8e04-a71c869f30f3" providerId="ADAL" clId="{972CF88B-71F5-5320-AEAD-A7F07CF6C488}" dt="2026-07-06T12:59:21.744" v="333"/>
          <ac:spMkLst>
            <pc:docMk/>
            <pc:sldMk cId="0" sldId="256"/>
            <ac:spMk id="6" creationId="{B7AC3B96-7C90-E9ED-BBA9-F6A5232D97ED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55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58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59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61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63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65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67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69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71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1T05:48:53.994" v="42" actId="2711"/>
          <ac:spMkLst>
            <pc:docMk/>
            <pc:sldMk cId="0" sldId="256"/>
            <ac:spMk id="72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5T14:09:29.106" v="323" actId="2711"/>
          <ac:spMkLst>
            <pc:docMk/>
            <pc:sldMk cId="0" sldId="256"/>
            <ac:spMk id="78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1T05:49:00.205" v="43" actId="20577"/>
          <ac:spMkLst>
            <pc:docMk/>
            <pc:sldMk cId="0" sldId="256"/>
            <ac:spMk id="84" creationId="{00000000-0000-0000-0000-000000000000}"/>
          </ac:spMkLst>
        </pc:spChg>
        <pc:grpChg chg="add mod">
          <ac:chgData name="Teerasej Jiraphatchandej" userId="87bc5a43-48ce-4685-8e04-a71c869f30f3" providerId="ADAL" clId="{972CF88B-71F5-5320-AEAD-A7F07CF6C488}" dt="2026-07-06T12:59:21.744" v="333"/>
          <ac:grpSpMkLst>
            <pc:docMk/>
            <pc:sldMk cId="0" sldId="256"/>
            <ac:grpSpMk id="2" creationId="{D883CFA6-AF27-6E3D-6299-B1C5922829A0}"/>
          </ac:grpSpMkLst>
        </pc:grpChg>
      </pc:sldChg>
      <pc:sldChg chg="addSp delSp modSp add mod">
        <pc:chgData name="Teerasej Jiraphatchandej" userId="87bc5a43-48ce-4685-8e04-a71c869f30f3" providerId="ADAL" clId="{972CF88B-71F5-5320-AEAD-A7F07CF6C488}" dt="2026-07-06T13:12:30.295" v="336" actId="2711"/>
        <pc:sldMkLst>
          <pc:docMk/>
          <pc:sldMk cId="962821823" sldId="257"/>
        </pc:sldMkLst>
        <pc:spChg chg="add mod">
          <ac:chgData name="Teerasej Jiraphatchandej" userId="87bc5a43-48ce-4685-8e04-a71c869f30f3" providerId="ADAL" clId="{972CF88B-71F5-5320-AEAD-A7F07CF6C488}" dt="2026-07-05T14:09:55.672" v="326"/>
          <ac:spMkLst>
            <pc:docMk/>
            <pc:sldMk cId="962821823" sldId="257"/>
            <ac:spMk id="2" creationId="{FD4B14E5-FCA9-0A9E-FED2-9A286F6FE0C1}"/>
          </ac:spMkLst>
        </pc:spChg>
        <pc:spChg chg="add mod">
          <ac:chgData name="Teerasej Jiraphatchandej" userId="87bc5a43-48ce-4685-8e04-a71c869f30f3" providerId="ADAL" clId="{972CF88B-71F5-5320-AEAD-A7F07CF6C488}" dt="2026-07-06T13:12:30.295" v="336" actId="2711"/>
          <ac:spMkLst>
            <pc:docMk/>
            <pc:sldMk cId="962821823" sldId="257"/>
            <ac:spMk id="3" creationId="{6D26DCF6-18C5-E66D-5105-5C3FAF9B1E54}"/>
          </ac:spMkLst>
        </pc:spChg>
        <pc:spChg chg="mod">
          <ac:chgData name="Teerasej Jiraphatchandej" userId="87bc5a43-48ce-4685-8e04-a71c869f30f3" providerId="ADAL" clId="{972CF88B-71F5-5320-AEAD-A7F07CF6C488}" dt="2026-07-06T12:59:26.541" v="335"/>
          <ac:spMkLst>
            <pc:docMk/>
            <pc:sldMk cId="962821823" sldId="257"/>
            <ac:spMk id="5" creationId="{1F27B5CA-3613-C654-FE8E-8B44ADA02A3F}"/>
          </ac:spMkLst>
        </pc:spChg>
        <pc:spChg chg="mod">
          <ac:chgData name="Teerasej Jiraphatchandej" userId="87bc5a43-48ce-4685-8e04-a71c869f30f3" providerId="ADAL" clId="{972CF88B-71F5-5320-AEAD-A7F07CF6C488}" dt="2026-07-06T12:59:26.541" v="335"/>
          <ac:spMkLst>
            <pc:docMk/>
            <pc:sldMk cId="962821823" sldId="257"/>
            <ac:spMk id="6" creationId="{5E3F33F5-641A-8FE3-CC28-395DFFC0C15D}"/>
          </ac:spMkLst>
        </pc:spChg>
        <pc:spChg chg="mod">
          <ac:chgData name="Teerasej Jiraphatchandej" userId="87bc5a43-48ce-4685-8e04-a71c869f30f3" providerId="ADAL" clId="{972CF88B-71F5-5320-AEAD-A7F07CF6C488}" dt="2026-07-06T12:59:26.541" v="335"/>
          <ac:spMkLst>
            <pc:docMk/>
            <pc:sldMk cId="962821823" sldId="257"/>
            <ac:spMk id="7" creationId="{2BBC882E-98D8-3905-BB9B-41E6C40C0B81}"/>
          </ac:spMkLst>
        </pc:spChg>
        <pc:spChg chg="mod">
          <ac:chgData name="Teerasej Jiraphatchandej" userId="87bc5a43-48ce-4685-8e04-a71c869f30f3" providerId="ADAL" clId="{972CF88B-71F5-5320-AEAD-A7F07CF6C488}" dt="2026-07-06T12:59:26.541" v="335"/>
          <ac:spMkLst>
            <pc:docMk/>
            <pc:sldMk cId="962821823" sldId="257"/>
            <ac:spMk id="8" creationId="{29AA8BDC-CD91-3143-9582-338418F5AD56}"/>
          </ac:spMkLst>
        </pc:spChg>
        <pc:spChg chg="mod">
          <ac:chgData name="Teerasej Jiraphatchandej" userId="87bc5a43-48ce-4685-8e04-a71c869f30f3" providerId="ADAL" clId="{972CF88B-71F5-5320-AEAD-A7F07CF6C488}" dt="2026-07-05T14:10:04.266" v="329" actId="1076"/>
          <ac:spMkLst>
            <pc:docMk/>
            <pc:sldMk cId="962821823" sldId="257"/>
            <ac:spMk id="72" creationId="{9F9F8C01-3EAF-E5DE-F3E2-D2DC9D5917DD}"/>
          </ac:spMkLst>
        </pc:spChg>
        <pc:grpChg chg="add mod">
          <ac:chgData name="Teerasej Jiraphatchandej" userId="87bc5a43-48ce-4685-8e04-a71c869f30f3" providerId="ADAL" clId="{972CF88B-71F5-5320-AEAD-A7F07CF6C488}" dt="2026-07-06T12:59:26.541" v="335"/>
          <ac:grpSpMkLst>
            <pc:docMk/>
            <pc:sldMk cId="962821823" sldId="257"/>
            <ac:grpSpMk id="4" creationId="{1154D83E-2538-9109-3145-9E1338DE40DE}"/>
          </ac:grpSpMkLst>
        </pc:grpChg>
      </pc:sldChg>
      <pc:sldChg chg="modSp add mod">
        <pc:chgData name="Teerasej Jiraphatchandej" userId="87bc5a43-48ce-4685-8e04-a71c869f30f3" providerId="ADAL" clId="{972CF88B-71F5-5320-AEAD-A7F07CF6C488}" dt="2026-07-17T10:10:25.649" v="344" actId="20577"/>
        <pc:sldMkLst>
          <pc:docMk/>
          <pc:sldMk cId="1391539018" sldId="258"/>
        </pc:sldMkLst>
        <pc:spChg chg="mod">
          <ac:chgData name="Teerasej Jiraphatchandej" userId="87bc5a43-48ce-4685-8e04-a71c869f30f3" providerId="ADAL" clId="{972CF88B-71F5-5320-AEAD-A7F07CF6C488}" dt="2026-07-17T10:10:25.649" v="344" actId="20577"/>
          <ac:spMkLst>
            <pc:docMk/>
            <pc:sldMk cId="1391539018" sldId="258"/>
            <ac:spMk id="3" creationId="{FC6D5788-5446-69AE-67FF-B8324E35A9EB}"/>
          </ac:spMkLst>
        </pc:spChg>
      </pc:sldChg>
      <pc:sldChg chg="addSp delSp modSp add del mod setBg">
        <pc:chgData name="Teerasej Jiraphatchandej" userId="87bc5a43-48ce-4685-8e04-a71c869f30f3" providerId="ADAL" clId="{972CF88B-71F5-5320-AEAD-A7F07CF6C488}" dt="2026-07-17T10:11:24.386" v="351" actId="2696"/>
        <pc:sldMkLst>
          <pc:docMk/>
          <pc:sldMk cId="0" sldId="259"/>
        </pc:sldMkLst>
        <pc:spChg chg="add mod">
          <ac:chgData name="Teerasej Jiraphatchandej" userId="87bc5a43-48ce-4685-8e04-a71c869f30f3" providerId="ADAL" clId="{972CF88B-71F5-5320-AEAD-A7F07CF6C488}" dt="2026-07-17T10:11:13.600" v="350"/>
          <ac:spMkLst>
            <pc:docMk/>
            <pc:sldMk cId="0" sldId="259"/>
            <ac:spMk id="2" creationId="{880EF5F7-E75B-2519-D70E-DF49BDAFCACF}"/>
          </ac:spMkLst>
        </pc:spChg>
        <pc:spChg chg="del">
          <ac:chgData name="Teerasej Jiraphatchandej" userId="87bc5a43-48ce-4685-8e04-a71c869f30f3" providerId="ADAL" clId="{972CF88B-71F5-5320-AEAD-A7F07CF6C488}" dt="2026-07-17T10:11:07.955" v="346" actId="478"/>
          <ac:spMkLst>
            <pc:docMk/>
            <pc:sldMk cId="0" sldId="259"/>
            <ac:spMk id="3" creationId="{2CF3E09A-0F07-5C25-CFFD-12B1BF94065D}"/>
          </ac:spMkLst>
        </pc:spChg>
        <pc:spChg chg="add mod">
          <ac:chgData name="Teerasej Jiraphatchandej" userId="87bc5a43-48ce-4685-8e04-a71c869f30f3" providerId="ADAL" clId="{972CF88B-71F5-5320-AEAD-A7F07CF6C488}" dt="2026-07-17T10:11:13.600" v="350"/>
          <ac:spMkLst>
            <pc:docMk/>
            <pc:sldMk cId="0" sldId="259"/>
            <ac:spMk id="4" creationId="{E7388832-9892-D80B-7C75-8EE1A856D59A}"/>
          </ac:spMkLst>
        </pc:spChg>
        <pc:spChg chg="del">
          <ac:chgData name="Teerasej Jiraphatchandej" userId="87bc5a43-48ce-4685-8e04-a71c869f30f3" providerId="ADAL" clId="{972CF88B-71F5-5320-AEAD-A7F07CF6C488}" dt="2026-07-17T10:11:07.955" v="346" actId="478"/>
          <ac:spMkLst>
            <pc:docMk/>
            <pc:sldMk cId="0" sldId="259"/>
            <ac:spMk id="5" creationId="{D38EB876-19AE-AFA9-4F01-CC393DB81499}"/>
          </ac:spMkLst>
        </pc:spChg>
        <pc:spChg chg="del">
          <ac:chgData name="Teerasej Jiraphatchandej" userId="87bc5a43-48ce-4685-8e04-a71c869f30f3" providerId="ADAL" clId="{972CF88B-71F5-5320-AEAD-A7F07CF6C488}" dt="2026-07-17T10:11:07.955" v="346" actId="478"/>
          <ac:spMkLst>
            <pc:docMk/>
            <pc:sldMk cId="0" sldId="259"/>
            <ac:spMk id="7" creationId="{39686DCE-A400-15A5-A372-8C82BCF32C46}"/>
          </ac:spMkLst>
        </pc:spChg>
        <pc:spChg chg="mod">
          <ac:chgData name="Teerasej Jiraphatchandej" userId="87bc5a43-48ce-4685-8e04-a71c869f30f3" providerId="ADAL" clId="{972CF88B-71F5-5320-AEAD-A7F07CF6C488}" dt="2026-07-17T10:11:13.600" v="350"/>
          <ac:spMkLst>
            <pc:docMk/>
            <pc:sldMk cId="0" sldId="259"/>
            <ac:spMk id="8" creationId="{12E5EBD5-3E3A-DE40-F62F-7001690BEF12}"/>
          </ac:spMkLst>
        </pc:spChg>
        <pc:spChg chg="del">
          <ac:chgData name="Teerasej Jiraphatchandej" userId="87bc5a43-48ce-4685-8e04-a71c869f30f3" providerId="ADAL" clId="{972CF88B-71F5-5320-AEAD-A7F07CF6C488}" dt="2026-07-17T10:11:07.955" v="346" actId="478"/>
          <ac:spMkLst>
            <pc:docMk/>
            <pc:sldMk cId="0" sldId="259"/>
            <ac:spMk id="9" creationId="{B653C16B-13FA-1714-9B7C-FC898D789E61}"/>
          </ac:spMkLst>
        </pc:spChg>
        <pc:spChg chg="mod">
          <ac:chgData name="Teerasej Jiraphatchandej" userId="87bc5a43-48ce-4685-8e04-a71c869f30f3" providerId="ADAL" clId="{972CF88B-71F5-5320-AEAD-A7F07CF6C488}" dt="2026-07-17T10:11:13.600" v="350"/>
          <ac:spMkLst>
            <pc:docMk/>
            <pc:sldMk cId="0" sldId="259"/>
            <ac:spMk id="10" creationId="{65526019-E58E-B32B-0FF8-948A6390C8AF}"/>
          </ac:spMkLst>
        </pc:spChg>
        <pc:spChg chg="mod">
          <ac:chgData name="Teerasej Jiraphatchandej" userId="87bc5a43-48ce-4685-8e04-a71c869f30f3" providerId="ADAL" clId="{972CF88B-71F5-5320-AEAD-A7F07CF6C488}" dt="2026-07-17T10:11:13.600" v="350"/>
          <ac:spMkLst>
            <pc:docMk/>
            <pc:sldMk cId="0" sldId="259"/>
            <ac:spMk id="11" creationId="{EB930CB3-F216-442E-E67A-C7AA36692023}"/>
          </ac:spMkLst>
        </pc:spChg>
        <pc:spChg chg="mod">
          <ac:chgData name="Teerasej Jiraphatchandej" userId="87bc5a43-48ce-4685-8e04-a71c869f30f3" providerId="ADAL" clId="{972CF88B-71F5-5320-AEAD-A7F07CF6C488}" dt="2026-07-17T10:11:13.600" v="350"/>
          <ac:spMkLst>
            <pc:docMk/>
            <pc:sldMk cId="0" sldId="259"/>
            <ac:spMk id="12" creationId="{F1127D31-C469-5990-4018-DD6024C282B8}"/>
          </ac:spMkLst>
        </pc:spChg>
        <pc:spChg chg="del">
          <ac:chgData name="Teerasej Jiraphatchandej" userId="87bc5a43-48ce-4685-8e04-a71c869f30f3" providerId="ADAL" clId="{972CF88B-71F5-5320-AEAD-A7F07CF6C488}" dt="2026-07-17T10:11:07.955" v="346" actId="478"/>
          <ac:spMkLst>
            <pc:docMk/>
            <pc:sldMk cId="0" sldId="259"/>
            <ac:spMk id="72" creationId="{00000000-0000-0000-0000-000000000000}"/>
          </ac:spMkLst>
        </pc:spChg>
        <pc:spChg chg="del">
          <ac:chgData name="Teerasej Jiraphatchandej" userId="87bc5a43-48ce-4685-8e04-a71c869f30f3" providerId="ADAL" clId="{972CF88B-71F5-5320-AEAD-A7F07CF6C488}" dt="2026-07-17T10:11:07.955" v="346" actId="478"/>
          <ac:spMkLst>
            <pc:docMk/>
            <pc:sldMk cId="0" sldId="259"/>
            <ac:spMk id="84" creationId="{00000000-0000-0000-0000-000000000000}"/>
          </ac:spMkLst>
        </pc:spChg>
        <pc:spChg chg="del mod">
          <ac:chgData name="Teerasej Jiraphatchandej" userId="87bc5a43-48ce-4685-8e04-a71c869f30f3" providerId="ADAL" clId="{972CF88B-71F5-5320-AEAD-A7F07CF6C488}" dt="2026-07-17T10:11:12.260" v="349" actId="478"/>
          <ac:spMkLst>
            <pc:docMk/>
            <pc:sldMk cId="0" sldId="259"/>
            <ac:spMk id="90" creationId="{00000000-0000-0000-0000-000000000000}"/>
          </ac:spMkLst>
        </pc:spChg>
        <pc:grpChg chg="add mod">
          <ac:chgData name="Teerasej Jiraphatchandej" userId="87bc5a43-48ce-4685-8e04-a71c869f30f3" providerId="ADAL" clId="{972CF88B-71F5-5320-AEAD-A7F07CF6C488}" dt="2026-07-17T10:11:13.600" v="350"/>
          <ac:grpSpMkLst>
            <pc:docMk/>
            <pc:sldMk cId="0" sldId="259"/>
            <ac:grpSpMk id="6" creationId="{82ED7AFB-552A-236A-272D-8AC5E38E387B}"/>
          </ac:grpSpMkLst>
        </pc:grpChg>
        <pc:picChg chg="del">
          <ac:chgData name="Teerasej Jiraphatchandej" userId="87bc5a43-48ce-4685-8e04-a71c869f30f3" providerId="ADAL" clId="{972CF88B-71F5-5320-AEAD-A7F07CF6C488}" dt="2026-07-17T10:11:07.955" v="346" actId="478"/>
          <ac:picMkLst>
            <pc:docMk/>
            <pc:sldMk cId="0" sldId="259"/>
            <ac:picMk id="82" creationId="{00000000-0000-0000-0000-000000000000}"/>
          </ac:picMkLst>
        </pc:picChg>
        <pc:picChg chg="del">
          <ac:chgData name="Teerasej Jiraphatchandej" userId="87bc5a43-48ce-4685-8e04-a71c869f30f3" providerId="ADAL" clId="{972CF88B-71F5-5320-AEAD-A7F07CF6C488}" dt="2026-07-17T10:11:07.955" v="346" actId="478"/>
          <ac:picMkLst>
            <pc:docMk/>
            <pc:sldMk cId="0" sldId="259"/>
            <ac:picMk id="83" creationId="{00000000-0000-0000-0000-000000000000}"/>
          </ac:picMkLst>
        </pc:picChg>
      </pc:sldChg>
      <pc:sldChg chg="add del setBg">
        <pc:chgData name="Teerasej Jiraphatchandej" userId="87bc5a43-48ce-4685-8e04-a71c869f30f3" providerId="ADAL" clId="{972CF88B-71F5-5320-AEAD-A7F07CF6C488}" dt="2026-07-17T10:11:24.391" v="352" actId="2696"/>
        <pc:sldMkLst>
          <pc:docMk/>
          <pc:sldMk cId="3723173210" sldId="260"/>
        </pc:sldMkLst>
      </pc:sldChg>
      <pc:sldChg chg="add">
        <pc:chgData name="Teerasej Jiraphatchandej" userId="87bc5a43-48ce-4685-8e04-a71c869f30f3" providerId="ADAL" clId="{972CF88B-71F5-5320-AEAD-A7F07CF6C488}" dt="2026-07-17T10:14:12.939" v="353"/>
        <pc:sldMkLst>
          <pc:docMk/>
          <pc:sldMk cId="2166214950" sldId="21474836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69b7f27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de169b7f27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D15D0E-D869-12F6-5F68-7B87D8B1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69b7f27_0_132:notes">
            <a:extLst>
              <a:ext uri="{FF2B5EF4-FFF2-40B4-BE49-F238E27FC236}">
                <a16:creationId xmlns:a16="http://schemas.microsoft.com/office/drawing/2014/main" id="{6ADF1829-671E-FF90-DC3F-7E92FBD88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de169b7f27_0_132:notes">
            <a:extLst>
              <a:ext uri="{FF2B5EF4-FFF2-40B4-BE49-F238E27FC236}">
                <a16:creationId xmlns:a16="http://schemas.microsoft.com/office/drawing/2014/main" id="{1F407638-A673-6A9D-0F86-260650BDF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9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204F6CF-5148-781D-47EE-D2DA8658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69b7f27_0_132:notes">
            <a:extLst>
              <a:ext uri="{FF2B5EF4-FFF2-40B4-BE49-F238E27FC236}">
                <a16:creationId xmlns:a16="http://schemas.microsoft.com/office/drawing/2014/main" id="{BA80329A-083B-B8A2-834D-DF6D7A8E1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de169b7f27_0_132:notes">
            <a:extLst>
              <a:ext uri="{FF2B5EF4-FFF2-40B4-BE49-F238E27FC236}">
                <a16:creationId xmlns:a16="http://schemas.microsoft.com/office/drawing/2014/main" id="{6C8CB4D1-9A6E-3C20-5C45-5541FEB67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68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10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37600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5" name="Google Shape;55;p13"/>
          <p:cNvSpPr txBox="1"/>
          <p:nvPr/>
        </p:nvSpPr>
        <p:spPr>
          <a:xfrm>
            <a:off x="548019" y="965698"/>
            <a:ext cx="1246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Work / Business Problem</a:t>
            </a:r>
            <a:endParaRPr lang="en-US" sz="700" dirty="0">
              <a:latin typeface="+mj-lt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075006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7" name="Google Shape;57;p13"/>
          <p:cNvSpPr/>
          <p:nvPr/>
        </p:nvSpPr>
        <p:spPr>
          <a:xfrm>
            <a:off x="2075006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8" name="Google Shape;58;p13"/>
          <p:cNvSpPr txBox="1"/>
          <p:nvPr/>
        </p:nvSpPr>
        <p:spPr>
          <a:xfrm>
            <a:off x="2285425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Work Outcome</a:t>
            </a:r>
            <a:endParaRPr sz="700" dirty="0">
              <a:latin typeface="+mj-l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285425" y="2349869"/>
            <a:ext cx="1246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Users, Owners &amp; Approvers</a:t>
            </a:r>
            <a:endParaRPr sz="700" dirty="0">
              <a:latin typeface="+mj-lt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812492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1" name="Google Shape;61;p13"/>
          <p:cNvSpPr txBox="1"/>
          <p:nvPr/>
        </p:nvSpPr>
        <p:spPr>
          <a:xfrm>
            <a:off x="4022911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AI Role</a:t>
            </a:r>
            <a:endParaRPr sz="700" dirty="0">
              <a:latin typeface="+mj-lt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549979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3" name="Google Shape;63;p13"/>
          <p:cNvSpPr txBox="1"/>
          <p:nvPr/>
        </p:nvSpPr>
        <p:spPr>
          <a:xfrm>
            <a:off x="5624525" y="954263"/>
            <a:ext cx="15186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How It Will Be Used in Daily Work</a:t>
            </a:r>
            <a:endParaRPr sz="700" dirty="0">
              <a:latin typeface="+mj-lt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549979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5" name="Google Shape;65;p13"/>
          <p:cNvSpPr txBox="1"/>
          <p:nvPr/>
        </p:nvSpPr>
        <p:spPr>
          <a:xfrm>
            <a:off x="5760401" y="2305276"/>
            <a:ext cx="1246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Risks, Boundaries &amp; Human Review</a:t>
            </a:r>
            <a:endParaRPr sz="700" dirty="0">
              <a:latin typeface="+mj-lt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287465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7" name="Google Shape;67;p13"/>
          <p:cNvSpPr txBox="1"/>
          <p:nvPr/>
        </p:nvSpPr>
        <p:spPr>
          <a:xfrm>
            <a:off x="7436785" y="934731"/>
            <a:ext cx="1246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Work Content / Knowledge Needed</a:t>
            </a:r>
            <a:endParaRPr sz="700" dirty="0">
              <a:latin typeface="+mj-lt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337600" y="3600223"/>
            <a:ext cx="4250218" cy="1378595"/>
          </a:xfrm>
          <a:custGeom>
            <a:avLst/>
            <a:gdLst/>
            <a:ahLst/>
            <a:cxnLst/>
            <a:rect l="l" t="t" r="r" b="b"/>
            <a:pathLst>
              <a:path w="3019693" h="1024978" extrusionOk="0">
                <a:moveTo>
                  <a:pt x="0" y="0"/>
                </a:moveTo>
                <a:lnTo>
                  <a:pt x="3019693" y="0"/>
                </a:lnTo>
                <a:lnTo>
                  <a:pt x="3019693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9" name="Google Shape;69;p13"/>
          <p:cNvSpPr txBox="1"/>
          <p:nvPr/>
        </p:nvSpPr>
        <p:spPr>
          <a:xfrm>
            <a:off x="188894" y="3691026"/>
            <a:ext cx="253514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Effort, Cost &amp; Feasibility</a:t>
            </a:r>
            <a:endParaRPr sz="700" dirty="0">
              <a:latin typeface="+mj-lt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4646316" y="3600223"/>
            <a:ext cx="4308790" cy="1378595"/>
          </a:xfrm>
          <a:custGeom>
            <a:avLst/>
            <a:gdLst/>
            <a:ahLst/>
            <a:cxnLst/>
            <a:rect l="l" t="t" r="r" b="b"/>
            <a:pathLst>
              <a:path w="3061307" h="1024978" extrusionOk="0">
                <a:moveTo>
                  <a:pt x="0" y="0"/>
                </a:moveTo>
                <a:lnTo>
                  <a:pt x="3061307" y="0"/>
                </a:lnTo>
                <a:lnTo>
                  <a:pt x="3061307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71" name="Google Shape;71;p13"/>
          <p:cNvSpPr txBox="1"/>
          <p:nvPr/>
        </p:nvSpPr>
        <p:spPr>
          <a:xfrm>
            <a:off x="4788875" y="3691026"/>
            <a:ext cx="16713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010101"/>
                </a:solidFill>
                <a:latin typeface="+mj-lt"/>
                <a:ea typeface="IBM Plex Mono"/>
                <a:cs typeface="IBM Plex Mono"/>
                <a:sym typeface="IBM Plex Mono"/>
              </a:rPr>
              <a:t>Value &amp; Success Measures</a:t>
            </a:r>
            <a:endParaRPr sz="700" dirty="0">
              <a:latin typeface="+mj-lt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337588" y="105072"/>
            <a:ext cx="233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 strike="noStrike" cap="none" dirty="0">
                <a:solidFill>
                  <a:schemeClr val="dk1"/>
                </a:solidFill>
                <a:latin typeface="SUKHUMVITSET-SEMIBOLD" panose="02000506000000020004" pitchFamily="2" charset="-34"/>
                <a:ea typeface="IBM Plex Mono"/>
                <a:cs typeface="SUKHUMVITSET-SEMIBOLD" panose="02000506000000020004" pitchFamily="2" charset="-34"/>
                <a:sym typeface="IBM Plex Mono"/>
              </a:rPr>
              <a:t>AI USE CANVAS</a:t>
            </a:r>
            <a:endParaRPr sz="900" b="1" dirty="0">
              <a:solidFill>
                <a:schemeClr val="dk1"/>
              </a:solidFill>
              <a:latin typeface="SUKHUMVITSET-SEMIBOLD" panose="02000506000000020004" pitchFamily="2" charset="-34"/>
              <a:cs typeface="SUKHUMVITSET-SEMIBOLD" panose="02000506000000020004" pitchFamily="2" charset="-34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60415" y="1188697"/>
            <a:ext cx="14658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158569" y="1150097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149594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3887048" y="1150097"/>
            <a:ext cx="15186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5624525" y="1150050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5624529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433940" y="3882164"/>
            <a:ext cx="41001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4720865" y="3934739"/>
            <a:ext cx="4100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327644" y="474798"/>
            <a:ext cx="4250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lang="en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……………………………………………………………………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oogle Shape;85;p13">
            <a:extLst>
              <a:ext uri="{FF2B5EF4-FFF2-40B4-BE49-F238E27FC236}">
                <a16:creationId xmlns:a16="http://schemas.microsoft.com/office/drawing/2014/main" id="{D883CFA6-AF27-6E3D-6299-B1C5922829A0}"/>
              </a:ext>
            </a:extLst>
          </p:cNvPr>
          <p:cNvGrpSpPr/>
          <p:nvPr/>
        </p:nvGrpSpPr>
        <p:grpSpPr>
          <a:xfrm>
            <a:off x="3424592" y="181583"/>
            <a:ext cx="5530514" cy="430887"/>
            <a:chOff x="4903532" y="377038"/>
            <a:chExt cx="4250100" cy="430887"/>
          </a:xfrm>
        </p:grpSpPr>
        <p:sp>
          <p:nvSpPr>
            <p:cNvPr id="3" name="Google Shape;86;p13">
              <a:extLst>
                <a:ext uri="{FF2B5EF4-FFF2-40B4-BE49-F238E27FC236}">
                  <a16:creationId xmlns:a16="http://schemas.microsoft.com/office/drawing/2014/main" id="{49B6953D-8613-B9B7-265A-10AB85F550EB}"/>
                </a:ext>
              </a:extLst>
            </p:cNvPr>
            <p:cNvSpPr txBox="1"/>
            <p:nvPr/>
          </p:nvSpPr>
          <p:spPr>
            <a:xfrm>
              <a:off x="4903532" y="377038"/>
              <a:ext cx="42501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Benefit:            Reshaping business process           Customer Engagement            Employee productivity</a:t>
              </a:r>
              <a:endParaRPr sz="1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87;p13">
              <a:extLst>
                <a:ext uri="{FF2B5EF4-FFF2-40B4-BE49-F238E27FC236}">
                  <a16:creationId xmlns:a16="http://schemas.microsoft.com/office/drawing/2014/main" id="{4B11A47E-D1D1-5519-7E67-47F572C960E3}"/>
                </a:ext>
              </a:extLst>
            </p:cNvPr>
            <p:cNvSpPr/>
            <p:nvPr/>
          </p:nvSpPr>
          <p:spPr>
            <a:xfrm>
              <a:off x="5402776" y="637152"/>
              <a:ext cx="124417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8;p13">
              <a:extLst>
                <a:ext uri="{FF2B5EF4-FFF2-40B4-BE49-F238E27FC236}">
                  <a16:creationId xmlns:a16="http://schemas.microsoft.com/office/drawing/2014/main" id="{EAAEDD64-8CBE-9A93-AA8B-41E9B9427F7F}"/>
                </a:ext>
              </a:extLst>
            </p:cNvPr>
            <p:cNvSpPr/>
            <p:nvPr/>
          </p:nvSpPr>
          <p:spPr>
            <a:xfrm>
              <a:off x="6749352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9;p13">
              <a:extLst>
                <a:ext uri="{FF2B5EF4-FFF2-40B4-BE49-F238E27FC236}">
                  <a16:creationId xmlns:a16="http://schemas.microsoft.com/office/drawing/2014/main" id="{B7AC3B96-7C90-E9ED-BBA9-F6A5232D97ED}"/>
                </a:ext>
              </a:extLst>
            </p:cNvPr>
            <p:cNvSpPr/>
            <p:nvPr/>
          </p:nvSpPr>
          <p:spPr>
            <a:xfrm>
              <a:off x="7894457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B0347535-BD4A-8589-37B2-3A6DBD09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9F9F8C01-3EAF-E5DE-F3E2-D2DC9D5917DD}"/>
              </a:ext>
            </a:extLst>
          </p:cNvPr>
          <p:cNvSpPr txBox="1"/>
          <p:nvPr/>
        </p:nvSpPr>
        <p:spPr>
          <a:xfrm>
            <a:off x="337588" y="105072"/>
            <a:ext cx="233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 strike="noStrike" cap="none" dirty="0">
                <a:solidFill>
                  <a:schemeClr val="dk1"/>
                </a:solidFill>
                <a:latin typeface="SUKHUMVITSET-SEMIBOLD" panose="02000506000000020004" pitchFamily="2" charset="-34"/>
                <a:ea typeface="IBM Plex Mono"/>
                <a:cs typeface="SUKHUMVITSET-SEMIBOLD" panose="02000506000000020004" pitchFamily="2" charset="-34"/>
                <a:sym typeface="IBM Plex Mono"/>
              </a:rPr>
              <a:t>AI USE CANVAS</a:t>
            </a:r>
            <a:endParaRPr sz="900" b="1" dirty="0">
              <a:solidFill>
                <a:schemeClr val="dk1"/>
              </a:solidFill>
              <a:latin typeface="SUKHUMVITSET-SEMIBOLD" panose="02000506000000020004" pitchFamily="2" charset="-34"/>
              <a:cs typeface="SUKHUMVITSET-SEMIBOLD" panose="02000506000000020004" pitchFamily="2" charset="-34"/>
            </a:endParaRPr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B1CDE5CE-7537-6621-A74F-C03C9DFB1397}"/>
              </a:ext>
            </a:extLst>
          </p:cNvPr>
          <p:cNvSpPr txBox="1"/>
          <p:nvPr/>
        </p:nvSpPr>
        <p:spPr>
          <a:xfrm>
            <a:off x="327644" y="474798"/>
            <a:ext cx="4250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lang="en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……………………………………………………………………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FD4B14E5-FCA9-0A9E-FED2-9A286F6FE0C1}"/>
              </a:ext>
            </a:extLst>
          </p:cNvPr>
          <p:cNvSpPr/>
          <p:nvPr/>
        </p:nvSpPr>
        <p:spPr>
          <a:xfrm>
            <a:off x="337600" y="871125"/>
            <a:ext cx="8547184" cy="4004251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6D26DCF6-18C5-E66D-5105-5C3FAF9B1E54}"/>
              </a:ext>
            </a:extLst>
          </p:cNvPr>
          <p:cNvSpPr txBox="1"/>
          <p:nvPr/>
        </p:nvSpPr>
        <p:spPr>
          <a:xfrm>
            <a:off x="595438" y="1018378"/>
            <a:ext cx="18183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" sz="900" b="1" dirty="0">
                <a:solidFill>
                  <a:srgbClr val="010101"/>
                </a:solidFill>
                <a:latin typeface="Arial" panose="020B0604020202020204" pitchFamily="34" charset="0"/>
                <a:cs typeface="Arial" panose="020B0604020202020204" pitchFamily="34" charset="0"/>
                <a:sym typeface="IBM Plex Mono"/>
              </a:rPr>
              <a:t>WORKFLOW (AS-IS)</a:t>
            </a:r>
            <a:endParaRPr lang="en" sz="900" b="1" dirty="0">
              <a:solidFill>
                <a:srgbClr val="0101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oogle Shape;85;p13">
            <a:extLst>
              <a:ext uri="{FF2B5EF4-FFF2-40B4-BE49-F238E27FC236}">
                <a16:creationId xmlns:a16="http://schemas.microsoft.com/office/drawing/2014/main" id="{1154D83E-2538-9109-3145-9E1338DE40DE}"/>
              </a:ext>
            </a:extLst>
          </p:cNvPr>
          <p:cNvGrpSpPr/>
          <p:nvPr/>
        </p:nvGrpSpPr>
        <p:grpSpPr>
          <a:xfrm>
            <a:off x="3424592" y="181583"/>
            <a:ext cx="5530514" cy="430887"/>
            <a:chOff x="4903532" y="377038"/>
            <a:chExt cx="4250100" cy="430887"/>
          </a:xfrm>
        </p:grpSpPr>
        <p:sp>
          <p:nvSpPr>
            <p:cNvPr id="5" name="Google Shape;86;p13">
              <a:extLst>
                <a:ext uri="{FF2B5EF4-FFF2-40B4-BE49-F238E27FC236}">
                  <a16:creationId xmlns:a16="http://schemas.microsoft.com/office/drawing/2014/main" id="{1F27B5CA-3613-C654-FE8E-8B44ADA02A3F}"/>
                </a:ext>
              </a:extLst>
            </p:cNvPr>
            <p:cNvSpPr txBox="1"/>
            <p:nvPr/>
          </p:nvSpPr>
          <p:spPr>
            <a:xfrm>
              <a:off x="4903532" y="377038"/>
              <a:ext cx="42501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Benefit:            Reshaping business process           Customer Engagement            Employee productivity</a:t>
              </a:r>
              <a:endParaRPr sz="1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87;p13">
              <a:extLst>
                <a:ext uri="{FF2B5EF4-FFF2-40B4-BE49-F238E27FC236}">
                  <a16:creationId xmlns:a16="http://schemas.microsoft.com/office/drawing/2014/main" id="{5E3F33F5-641A-8FE3-CC28-395DFFC0C15D}"/>
                </a:ext>
              </a:extLst>
            </p:cNvPr>
            <p:cNvSpPr/>
            <p:nvPr/>
          </p:nvSpPr>
          <p:spPr>
            <a:xfrm>
              <a:off x="5402776" y="637152"/>
              <a:ext cx="124417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8;p13">
              <a:extLst>
                <a:ext uri="{FF2B5EF4-FFF2-40B4-BE49-F238E27FC236}">
                  <a16:creationId xmlns:a16="http://schemas.microsoft.com/office/drawing/2014/main" id="{2BBC882E-98D8-3905-BB9B-41E6C40C0B81}"/>
                </a:ext>
              </a:extLst>
            </p:cNvPr>
            <p:cNvSpPr/>
            <p:nvPr/>
          </p:nvSpPr>
          <p:spPr>
            <a:xfrm>
              <a:off x="6749352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9;p13">
              <a:extLst>
                <a:ext uri="{FF2B5EF4-FFF2-40B4-BE49-F238E27FC236}">
                  <a16:creationId xmlns:a16="http://schemas.microsoft.com/office/drawing/2014/main" id="{29AA8BDC-CD91-3143-9582-338418F5AD56}"/>
                </a:ext>
              </a:extLst>
            </p:cNvPr>
            <p:cNvSpPr/>
            <p:nvPr/>
          </p:nvSpPr>
          <p:spPr>
            <a:xfrm>
              <a:off x="7894457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282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47EF-9227-C148-057B-B6E173E2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urrent manual workflow process diagram">
            <a:extLst>
              <a:ext uri="{FF2B5EF4-FFF2-40B4-BE49-F238E27FC236}">
                <a16:creationId xmlns:a16="http://schemas.microsoft.com/office/drawing/2014/main" id="{85946749-B340-7767-68D4-F3C7A3FD8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5FC0F-A59F-96F2-D0FF-3E03F02E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0947"/>
            <a:ext cx="7772400" cy="43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1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E9B75D67-5599-A2A6-ECA9-A8FDC4EB9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055843C8-085E-68AD-0336-9B3DF99A994A}"/>
              </a:ext>
            </a:extLst>
          </p:cNvPr>
          <p:cNvSpPr txBox="1"/>
          <p:nvPr/>
        </p:nvSpPr>
        <p:spPr>
          <a:xfrm>
            <a:off x="337588" y="105072"/>
            <a:ext cx="233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 strike="noStrike" cap="none" dirty="0">
                <a:solidFill>
                  <a:schemeClr val="dk1"/>
                </a:solidFill>
                <a:latin typeface="SUKHUMVITSET-SEMIBOLD" panose="02000506000000020004" pitchFamily="2" charset="-34"/>
                <a:ea typeface="IBM Plex Mono"/>
                <a:cs typeface="SUKHUMVITSET-SEMIBOLD" panose="02000506000000020004" pitchFamily="2" charset="-34"/>
                <a:sym typeface="IBM Plex Mono"/>
              </a:rPr>
              <a:t>AI USE CANVAS</a:t>
            </a:r>
            <a:endParaRPr sz="900" b="1" dirty="0">
              <a:solidFill>
                <a:schemeClr val="dk1"/>
              </a:solidFill>
              <a:latin typeface="SUKHUMVITSET-SEMIBOLD" panose="02000506000000020004" pitchFamily="2" charset="-34"/>
              <a:cs typeface="SUKHUMVITSET-SEMIBOLD" panose="02000506000000020004" pitchFamily="2" charset="-34"/>
            </a:endParaRPr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E0107684-7925-B192-8A88-45680E880CAD}"/>
              </a:ext>
            </a:extLst>
          </p:cNvPr>
          <p:cNvSpPr txBox="1"/>
          <p:nvPr/>
        </p:nvSpPr>
        <p:spPr>
          <a:xfrm>
            <a:off x="327644" y="474798"/>
            <a:ext cx="4250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lang="en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……………………………………………………………………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493EEB32-6882-5927-255E-8A031C214902}"/>
              </a:ext>
            </a:extLst>
          </p:cNvPr>
          <p:cNvSpPr/>
          <p:nvPr/>
        </p:nvSpPr>
        <p:spPr>
          <a:xfrm>
            <a:off x="337600" y="871125"/>
            <a:ext cx="8547184" cy="4004251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FC6D5788-5446-69AE-67FF-B8324E35A9EB}"/>
              </a:ext>
            </a:extLst>
          </p:cNvPr>
          <p:cNvSpPr txBox="1"/>
          <p:nvPr/>
        </p:nvSpPr>
        <p:spPr>
          <a:xfrm>
            <a:off x="595438" y="1018378"/>
            <a:ext cx="18183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" sz="900" b="1" dirty="0">
                <a:solidFill>
                  <a:srgbClr val="010101"/>
                </a:solidFill>
                <a:latin typeface="Arial" panose="020B0604020202020204" pitchFamily="34" charset="0"/>
                <a:cs typeface="Arial" panose="020B0604020202020204" pitchFamily="34" charset="0"/>
                <a:sym typeface="IBM Plex Mono"/>
              </a:rPr>
              <a:t>WORKFLOW (TO-BE)</a:t>
            </a:r>
            <a:endParaRPr lang="en" sz="900" b="1" dirty="0">
              <a:solidFill>
                <a:srgbClr val="0101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oogle Shape;85;p13">
            <a:extLst>
              <a:ext uri="{FF2B5EF4-FFF2-40B4-BE49-F238E27FC236}">
                <a16:creationId xmlns:a16="http://schemas.microsoft.com/office/drawing/2014/main" id="{0CB678D9-365D-4B63-9EB9-28BD546471D2}"/>
              </a:ext>
            </a:extLst>
          </p:cNvPr>
          <p:cNvGrpSpPr/>
          <p:nvPr/>
        </p:nvGrpSpPr>
        <p:grpSpPr>
          <a:xfrm>
            <a:off x="3424592" y="181583"/>
            <a:ext cx="5530514" cy="430887"/>
            <a:chOff x="4903532" y="377038"/>
            <a:chExt cx="4250100" cy="430887"/>
          </a:xfrm>
        </p:grpSpPr>
        <p:sp>
          <p:nvSpPr>
            <p:cNvPr id="5" name="Google Shape;86;p13">
              <a:extLst>
                <a:ext uri="{FF2B5EF4-FFF2-40B4-BE49-F238E27FC236}">
                  <a16:creationId xmlns:a16="http://schemas.microsoft.com/office/drawing/2014/main" id="{E95CE16B-23AF-4364-53B2-4DF4C3D52D2F}"/>
                </a:ext>
              </a:extLst>
            </p:cNvPr>
            <p:cNvSpPr txBox="1"/>
            <p:nvPr/>
          </p:nvSpPr>
          <p:spPr>
            <a:xfrm>
              <a:off x="4903532" y="377038"/>
              <a:ext cx="42501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Benefit:            Reshaping business process           Customer Engagement            Employee productivity</a:t>
              </a:r>
              <a:endParaRPr sz="1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87;p13">
              <a:extLst>
                <a:ext uri="{FF2B5EF4-FFF2-40B4-BE49-F238E27FC236}">
                  <a16:creationId xmlns:a16="http://schemas.microsoft.com/office/drawing/2014/main" id="{1C742444-80B6-A5AF-ADB8-E0DFC6D23EA7}"/>
                </a:ext>
              </a:extLst>
            </p:cNvPr>
            <p:cNvSpPr/>
            <p:nvPr/>
          </p:nvSpPr>
          <p:spPr>
            <a:xfrm>
              <a:off x="5402776" y="637152"/>
              <a:ext cx="124417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8;p13">
              <a:extLst>
                <a:ext uri="{FF2B5EF4-FFF2-40B4-BE49-F238E27FC236}">
                  <a16:creationId xmlns:a16="http://schemas.microsoft.com/office/drawing/2014/main" id="{92E3B36F-6241-59F7-3367-8DBC2B10C8D4}"/>
                </a:ext>
              </a:extLst>
            </p:cNvPr>
            <p:cNvSpPr/>
            <p:nvPr/>
          </p:nvSpPr>
          <p:spPr>
            <a:xfrm>
              <a:off x="6749352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9;p13">
              <a:extLst>
                <a:ext uri="{FF2B5EF4-FFF2-40B4-BE49-F238E27FC236}">
                  <a16:creationId xmlns:a16="http://schemas.microsoft.com/office/drawing/2014/main" id="{A7FDFDFD-026E-EFC4-52B9-92C2D6A59D1A}"/>
                </a:ext>
              </a:extLst>
            </p:cNvPr>
            <p:cNvSpPr/>
            <p:nvPr/>
          </p:nvSpPr>
          <p:spPr>
            <a:xfrm>
              <a:off x="7894457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153901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97</Words>
  <Application>Microsoft Macintosh PowerPoint</Application>
  <PresentationFormat>On-screen Show (16:9)</PresentationFormat>
  <Paragraphs>23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SUKHUMVITSET-SEMIBOLD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Teerasej Jiraphatchandej</cp:lastModifiedBy>
  <cp:revision>1</cp:revision>
  <dcterms:modified xsi:type="dcterms:W3CDTF">2026-07-17T10:14:14Z</dcterms:modified>
</cp:coreProperties>
</file>